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766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474720"/>
            <a:ext cx="2560320" cy="2560320"/>
          </a:xfrm>
          <a:prstGeom prst="ellipse">
            <a:avLst/>
          </a:prstGeom>
          <a:solidFill>
            <a:srgbClr val="F96167">
              <a:alpha val="3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7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Havola Yaratish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 sahifalar o'rtasida ulanish — sintaksis,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atributlar, turlar va amaliy misollar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33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sintaksis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C0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32105"/>
            <a:ext cx="79004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Eng oddiy havola --&gt;
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="https://google.com"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8229600" cy="1389888"/>
          </a:xfrm>
          <a:prstGeom prst="roundRect">
            <a:avLst>
              <a:gd name="adj" fmla="val 6579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36776"/>
            <a:ext cx="790041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To'liq namuna --&gt;
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="sahifa.html" 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="_blank" 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="Batafsil"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Batafsil</a:t>
            </a: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ma'lumot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82112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0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32461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357530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(majburiy)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42032" y="3182112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0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32461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51760" y="357530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Ochish joyi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3182112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0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6592" y="32461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357530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matni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11696" y="3182112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0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21424" y="32461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357530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Munosabat turi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8E1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43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&lt;a&gt; — anchor (langar) tegi. href bo'lmasa havola ishlaydi, lekin manzil ko'rsatilmaydi.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33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href — manzil turlari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C0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E0F7F5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326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URL (absolute)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href="https://google.com"&gt;Google&lt;/a&gt;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8412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E0F7F5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9326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sahifa (relative)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126187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href="biz-haqimizda.html"&gt;Biz haqimizda&lt;/a&gt;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3E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042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ichidagi bo'lim (#id)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63347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href="#kontakt"&gt;Kontakt&lt;/a&gt;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22128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3E5F5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3042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manzil (mailto:)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263347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href="mailto:info@sayt.uz"&gt;Email yuborish&lt;/a&gt;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675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raqam (tel:)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00507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href="tel:+998901234567"&gt;Qo'ng'iroq&lt;/a&gt;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00600" y="3584448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BE9E7"/>
          </a:solidFill>
          <a:ln w="6350">
            <a:solidFill>
              <a:srgbClr val="FF5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675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yuklab olish (download)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5192" y="400507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href="hujjat.pdf" download&gt;Yuklab olish&lt;/a&gt;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4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atributi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1A5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84673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776113"/>
            <a:ext cx="7900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Yangi tabda ochish --&gt;
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="https://google.com"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="_blank"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&gt;Google&lt;/a&gt;
</a:t>
            </a:r>
            <a:r>
              <a:rPr lang="en-US" sz="13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Xuddi shu tabda ochish (standart) --&gt;
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="sahifa.html"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="_self"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&gt;Sahifa&lt;/a&gt;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39153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58025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_blank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358025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tab yoki oynada ochadi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60945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9817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_self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979817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Xuddi shu tabda ochadi (standart)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82737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01609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_parent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3601609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frejm ichida ochadi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04529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23401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_top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4223401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oynada ochadi (freymlardan chiqadi)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71457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A3A4A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762897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_blank bilan birga rel="noopener noreferrer" ham qo'shing — xavfsizlik uchun!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33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Sahifa ichidagi havolalar — #id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C0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61331"/>
            <a:ext cx="7900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&lt;!-- 1. Manzil: tegni id bilan belgilang --&gt;
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="kontakt"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&gt;Kontakt&lt;/h2&gt;
</a:t>
            </a:r>
            <a:r>
              <a:rPr lang="en-US" sz="13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&lt;!-- 2. Havola: # belgisi bilan id ga yuboring --&gt;
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="#kontakt"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&gt;Kontaktga o'tish&lt;/a&gt;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B0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48716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atributi bilan element yarating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5844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id="xizmatlar"&gt;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4231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B0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248716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href="#id_nomi" bilan havola qiling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35844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href="#xizmatlar"&gt;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4231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B0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248716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Bosilganda sahifa o'sha joyga sirg'aladi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63640" y="35844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smooth scroll effekti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0F7F5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343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 nomi bo'shliqsiz, harfdan boshlanishi kerak. Masalan: id="asosiy-bolim" ✅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33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Rasmli va tugmali havolalar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C0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32688"/>
            <a:ext cx="37398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Rasmni havola sifatida --&gt;
</a:t>
            </a:r>
            <a:r>
              <a:rPr lang="en-US" sz="12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2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2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="bosh-sahifa.html"</a:t>
            </a:r>
            <a:r>
              <a:rPr lang="en-US" sz="12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</a:t>
            </a:r>
            <a:r>
              <a:rPr lang="en-US" sz="12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2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="logo.png" </a:t>
            </a:r>
            <a:r>
              <a:rPr lang="en-US" sz="12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12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="Bosh sahifa"</a:t>
            </a:r>
            <a:r>
              <a:rPr lang="en-US" sz="12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
&lt;/a&gt;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841248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2312" y="932688"/>
            <a:ext cx="37398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Tugma ko'rinishida (CSS) --&gt;
</a:t>
            </a:r>
            <a:r>
              <a:rPr lang="en-US" sz="8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8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8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="ro'yxat.html"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800" dirty="0" err="1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tugma</a:t>
            </a:r>
            <a:r>
              <a:rPr lang="en-US" sz="8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8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Ro'yxatdan o'tish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8229600" cy="1719072"/>
          </a:xfrm>
          <a:prstGeom prst="roundRect">
            <a:avLst>
              <a:gd name="adj" fmla="val 5319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47002"/>
            <a:ext cx="790041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CSS tugma uslubi */
</a:t>
            </a: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.tugma {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inline-block;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24px;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#0D7377;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6px;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none;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2976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Havolaga display:inline-block va padding berish uni tugmaga aylantiradi — JS shart emas!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Email, telefon va fayl havolalari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1A5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84673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57825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068721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href="mailto:info@sayt.uz"&gt;Email yuborish&lt;/a&gt;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794401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Foydalanuvchining email dasturini ochadi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708801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1953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mailto: (to'liq)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92849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href="mailto:info@sayt.uz?subject=Salom&amp;body=Xabar"&gt;Email&lt;/a&gt;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818529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va Body ham avtomatik to'ldiriladi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32929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06081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16977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href="tel:+998901234567"&gt;+998 90 123 45 67&lt;/a&gt;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2842657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qurilmada qo'ng'iroq dasturini ochadi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57057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30209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41105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href="hisobot.pdf" download="Yillik-hisobot"&gt;Yuklab olish&lt;/a&gt;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866785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yuklab olinadi, download — saqlash nomi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718555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A3A4A"/>
          </a:solidFill>
          <a:ln w="6350">
            <a:solidFill>
              <a:srgbClr val="14F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809995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tel: havolalari kompyuterlarda ham ishlaydi — Skype yoki telefon dasturi ochiladi.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33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 atributi — munosabat va xavfsizlik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C0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840747"/>
            <a:ext cx="7900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Xavfsiz tashqi havola --&gt;
</a:t>
            </a:r>
            <a:r>
              <a:rPr lang="en-US" sz="12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2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2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="https://example.com"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2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="_blank" 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r>
              <a:rPr lang="en-US" sz="12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="noopener noreferrer"</a:t>
            </a:r>
            <a:r>
              <a:rPr lang="en-US" sz="12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&gt;Sayt&lt;/a&gt;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67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noopener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216712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Yangi tab eski sahifani boshqara olmasligini ta'minlaydi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15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noreferrer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71576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Havola manbasi yashiriladi (referer sarlavhasi yuborilmaydi)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64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nofollow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26440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Qidiruv tizimiga bu havolaga obro' bermaslikni aytadi (SEO)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130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81304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Asosiy (standart) sahifa versiyasini ko'rsatadi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616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stylesheet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436168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&lt;link&gt; tegida CSS faylini ulash uchun ishlatiladi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03711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9E7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4573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6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_blank bilan har doim rel="noopener noreferrer" ishlatish — xavfsizlikning asosi!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misol — navigatsiya menyusi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1A5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A2A36"/>
          </a:solidFill>
          <a:ln w="6350">
            <a:solidFill>
              <a:srgbClr val="1A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32688"/>
            <a:ext cx="79004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
  &lt;ul&gt;
    &lt;li&gt;&lt;a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="/"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&gt;Bosh sahifa&lt;/a&gt;&lt;/li&gt;
    &lt;li&gt;&lt;a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="/xizmatlar"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&gt;Xizmatlar&lt;/a&gt;&lt;/li&gt;
    &lt;li&gt;&lt;a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="/blog"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&gt;Blog&lt;/a&gt;&lt;/li&gt;
    &lt;li&gt;&lt;a </a:t>
            </a:r>
            <a:r>
              <a:rPr lang="en-US" sz="1300" dirty="0">
                <a:solidFill>
                  <a:srgbClr val="86D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300" dirty="0">
                <a:solidFill>
                  <a:srgbClr val="FAD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="tel:+998901234567"</a:t>
            </a:r>
            <a:r>
              <a:rPr lang="en-US" sz="1300" dirty="0">
                <a:solidFill>
                  <a:srgbClr val="5D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&gt;Bog'lanish&lt;/a&gt;&lt;/li&gt;
  &lt;/ul&gt;
&lt;/nav&gt;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393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&lt;nav&gt; — semantik navigatsiya konteyneri (SEO uchun muhim)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&lt;ul&gt;/&lt;li&gt; — ro'yxat strukturasi, havolalar ichida joylashadi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074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CSS: list-style:none; display:flex — gorizontal menyu hosil qiladi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79145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Joriy sahifani: aria-current="page" bilan belgilash tavsiya etiladi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4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566160"/>
            <a:ext cx="2286000" cy="2286000"/>
          </a:xfrm>
          <a:prstGeom prst="ellipse">
            <a:avLst/>
          </a:prstGeom>
          <a:solidFill>
            <a:srgbClr val="F96167">
              <a:alpha val="3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O'rgangan mavzularimiz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63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href&gt; — asosiy sintaksis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8132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22392" y="1463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 — URL, relative, #id, mailto, tel, download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0428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286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_blank, _self, _parent, _top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21488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0428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22392" y="2286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ichidagi havolalar (#id bilan)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2724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1089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Rasmli va tugma ko'rinishidagi havolalar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29718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2724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22392" y="31089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telefon va fayl havolalari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5020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9319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 — noopener, noreferrer, nofollow (xavfsizlik)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37947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A3A4A"/>
          </a:solidFill>
          <a:ln w="6350">
            <a:solidFill>
              <a:srgbClr val="1A5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5020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22392" y="39319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Navigatsiya menyusi — amaliy misol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736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Havola yaratishni amaliyotda sinab ko'ring!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1011</Words>
  <Application>Microsoft Office PowerPoint</Application>
  <PresentationFormat>Экран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da Havola Yaratish</dc:title>
  <dc:subject>PptxGenJS Presentation</dc:subject>
  <dc:creator>PptxGenJS</dc:creator>
  <cp:lastModifiedBy>Isakov Muxriddin</cp:lastModifiedBy>
  <cp:revision>13</cp:revision>
  <dcterms:created xsi:type="dcterms:W3CDTF">2026-06-10T07:56:00Z</dcterms:created>
  <dcterms:modified xsi:type="dcterms:W3CDTF">2026-06-10T08:02:35Z</dcterms:modified>
</cp:coreProperties>
</file>