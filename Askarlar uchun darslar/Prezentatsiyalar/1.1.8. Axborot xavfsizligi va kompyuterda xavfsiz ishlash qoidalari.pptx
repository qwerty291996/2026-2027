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362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9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E53935">
              <a:alpha val="12000"/>
            </a:srgbClr>
          </a:solidFill>
          <a:ln w="12700">
            <a:solidFill>
              <a:srgbClr val="E5393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7C4DFF">
              <a:alpha val="12000"/>
            </a:srgbClr>
          </a:solidFill>
          <a:ln w="12700">
            <a:solidFill>
              <a:srgbClr val="7C4D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FF6D00">
              <a:alpha val="10000"/>
            </a:srgbClr>
          </a:solidFill>
          <a:ln w="12700">
            <a:solidFill>
              <a:srgbClr val="FF6D00">
                <a:alpha val="1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640080"/>
            <a:ext cx="228600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280160"/>
            <a:ext cx="64008" cy="14630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91440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Xavfsizligi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8-mavzu: Xavfsiz ishlash qoidalari va himoya choralari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 Xavfsizligi Nima?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73152" cy="11887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 xavfsizligi — bu ma'lumotlarni ruxsatsiz kirish, o'zgartirish, yo'q qilish yoki tarqatishdan himoya qilish tizimi.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2560320" cy="2331720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423160"/>
            <a:ext cx="256032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606040"/>
            <a:ext cx="548640" cy="548640"/>
          </a:xfrm>
          <a:prstGeom prst="ellipse">
            <a:avLst/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Maxfiylik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ruxsat etilgan shaxslar kirishi mumkin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0" y="2423160"/>
            <a:ext cx="2560320" cy="2331720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423160"/>
            <a:ext cx="2560320" cy="7315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2606040"/>
            <a:ext cx="548640" cy="548640"/>
          </a:xfrm>
          <a:prstGeom prst="ellipse">
            <a:avLst/>
          </a:prstGeom>
          <a:solidFill>
            <a:srgbClr val="FF6D00">
              <a:alpha val="8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91840" y="32735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Yaxlitlik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36576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o'zgartirilmasligi kerak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2423160"/>
            <a:ext cx="2560320" cy="233172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2423160"/>
            <a:ext cx="2560320" cy="731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2606040"/>
            <a:ext cx="548640" cy="548640"/>
          </a:xfrm>
          <a:prstGeom prst="ellipse">
            <a:avLst/>
          </a:prstGeom>
          <a:solidFill>
            <a:srgbClr val="00C853">
              <a:alpha val="80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26480" y="32735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Mavjudlik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36576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doim ishlatish uchun tayyor bo'lishi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Axborotga Tahdidlar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560320" cy="1664208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2560320" cy="6400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14300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12471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viruslari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1673352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Fayllarni zararlaydi va tizimni buzadi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960120"/>
            <a:ext cx="2560320" cy="1664208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5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960120"/>
            <a:ext cx="2560320" cy="640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14300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13632" y="112471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Zararli dasturlar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10128" y="1673352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Troyan, qurt, josuslik dasturlari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960120"/>
            <a:ext cx="2560320" cy="1664208"/>
          </a:xfrm>
          <a:prstGeom prst="rect">
            <a:avLst/>
          </a:prstGeom>
          <a:solidFill>
            <a:srgbClr val="1A1A35"/>
          </a:solidFill>
          <a:ln w="12700">
            <a:solidFill>
              <a:srgbClr val="7C4DFF">
                <a:alpha val="5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35040" y="960120"/>
            <a:ext cx="2560320" cy="6400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14300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48272" y="112471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Xakerlik hujumlari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44768" y="1673352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Tizimga ruxsatsiz kirish urinishlari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2880360"/>
            <a:ext cx="2560320" cy="1664208"/>
          </a:xfrm>
          <a:prstGeom prst="rect">
            <a:avLst/>
          </a:prstGeom>
          <a:solidFill>
            <a:srgbClr val="1A1A35"/>
          </a:solidFill>
          <a:ln w="12700">
            <a:solidFill>
              <a:srgbClr val="FFD600">
                <a:alpha val="5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65760" y="2880360"/>
            <a:ext cx="256032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063240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78992" y="30449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hujumlari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75488" y="3593592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Aldov orqali ma'lumot o'g'irlash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00400" y="2880360"/>
            <a:ext cx="2560320" cy="1664208"/>
          </a:xfrm>
          <a:prstGeom prst="rect">
            <a:avLst/>
          </a:prstGeom>
          <a:solidFill>
            <a:srgbClr val="1A1A35"/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00400" y="2880360"/>
            <a:ext cx="256032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3063240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13632" y="30449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Josuslik dasturlari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10128" y="3593592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Foydalanuvchini yashirin kuzatish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035040" y="2880360"/>
            <a:ext cx="2560320" cy="1664208"/>
          </a:xfrm>
          <a:prstGeom prst="rect">
            <a:avLst/>
          </a:prstGeom>
          <a:solidFill>
            <a:srgbClr val="1A1A35"/>
          </a:solidFill>
          <a:ln w="12700">
            <a:solidFill>
              <a:srgbClr val="FF4081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035040" y="2880360"/>
            <a:ext cx="2560320" cy="64008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0488" y="3063240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48272" y="30449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hujumlari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144768" y="3593592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Serverni ishdan chiqarish hujumi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Viruslari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virusi — bu kompyuter tizimiga zarar yetkazish uchun maxsus yaratilgan zararli dastur kodi.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6400800" cy="621792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20240"/>
            <a:ext cx="64008" cy="62179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56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virusi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2402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Bajariladigan (.exe) fayllarni zararlaydi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49440" y="2011680"/>
            <a:ext cx="1737360" cy="438912"/>
          </a:xfrm>
          <a:prstGeom prst="rect">
            <a:avLst/>
          </a:prstGeom>
          <a:solidFill>
            <a:srgbClr val="FFD600">
              <a:alpha val="75000"/>
            </a:srgbClr>
          </a:solidFill>
          <a:ln w="12700">
            <a:solidFill>
              <a:srgbClr val="FFD600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201168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O'rta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70048"/>
            <a:ext cx="6400800" cy="621792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70048"/>
            <a:ext cx="64008" cy="62179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066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Yuklash virusi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29900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yoqilganda ishga tushadi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49440" y="2761488"/>
            <a:ext cx="1737360" cy="438912"/>
          </a:xfrm>
          <a:prstGeom prst="rect">
            <a:avLst/>
          </a:prstGeom>
          <a:solidFill>
            <a:srgbClr val="FF6D00">
              <a:alpha val="75000"/>
            </a:srgbClr>
          </a:solidFill>
          <a:ln w="12700">
            <a:solidFill>
              <a:srgbClr val="FF6D00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7614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Yuqori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19856"/>
            <a:ext cx="6400800" cy="621792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64008" cy="62179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4564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Makrovirus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37398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 hujjatlarini zararlaydi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49440" y="3511296"/>
            <a:ext cx="1737360" cy="438912"/>
          </a:xfrm>
          <a:prstGeom prst="rect">
            <a:avLst/>
          </a:prstGeom>
          <a:solidFill>
            <a:srgbClr val="FFD600">
              <a:alpha val="75000"/>
            </a:srgbClr>
          </a:solidFill>
          <a:ln w="12700">
            <a:solidFill>
              <a:srgbClr val="FFD600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351129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O'rta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69664"/>
            <a:ext cx="6400800" cy="621792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169664"/>
            <a:ext cx="64008" cy="62179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Qurt (Worm)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44897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 orqali tezda tarqaladi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49440" y="4261104"/>
            <a:ext cx="1737360" cy="438912"/>
          </a:xfrm>
          <a:prstGeom prst="rect">
            <a:avLst/>
          </a:prstGeom>
          <a:solidFill>
            <a:srgbClr val="E53935">
              <a:alpha val="75000"/>
            </a:srgbClr>
          </a:solidFill>
          <a:ln w="12700">
            <a:solidFill>
              <a:srgbClr val="E53935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426110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Juda yuqori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645152"/>
            <a:ext cx="8412480" cy="411480"/>
          </a:xfrm>
          <a:prstGeom prst="rect">
            <a:avLst/>
          </a:prstGeom>
          <a:solidFill>
            <a:srgbClr val="E53935">
              <a:alpha val="25000"/>
            </a:srgbClr>
          </a:solidFill>
          <a:ln w="12700">
            <a:solidFill>
              <a:srgbClr val="E53935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6451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Virus tarqalishi: elektron pochta, USB flesh-disk, internet saytlar, yuklab olingan fayllar orqali.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Zararli Dasturlar Turlari (Malware)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719072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6400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188720"/>
            <a:ext cx="475488" cy="475488"/>
          </a:xfrm>
          <a:prstGeom prst="ellipse">
            <a:avLst/>
          </a:prstGeom>
          <a:solidFill>
            <a:srgbClr val="E53935">
              <a:alpha val="70000"/>
            </a:srgbClr>
          </a:solidFill>
          <a:ln w="12700">
            <a:solidFill>
              <a:srgbClr val="E53935">
                <a:alpha val="80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25296"/>
            <a:ext cx="393192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1338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Troyan oti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0352" y="175564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Foydali dastur sifatida ko'rinib, ichida zararli kod yashiradi. Foydalanuvchi o'zi o'rnatadi.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4114800" cy="1719072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5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4114800" cy="640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19472" y="1188720"/>
            <a:ext cx="475488" cy="475488"/>
          </a:xfrm>
          <a:prstGeom prst="ellipse">
            <a:avLst/>
          </a:prstGeom>
          <a:solidFill>
            <a:srgbClr val="FF6D00">
              <a:alpha val="70000"/>
            </a:srgbClr>
          </a:solidFill>
          <a:ln w="12700">
            <a:solidFill>
              <a:srgbClr val="FF6D00">
                <a:alpha val="80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225296"/>
            <a:ext cx="393192" cy="3931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11338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19472" y="175564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Fayllarni shifrlaydi va ularni ochish uchun pul talab qiladi (to'lov dasturi).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4114800" cy="1719072"/>
          </a:xfrm>
          <a:prstGeom prst="rect">
            <a:avLst/>
          </a:prstGeom>
          <a:solidFill>
            <a:srgbClr val="1A1A35"/>
          </a:solidFill>
          <a:ln w="12700">
            <a:solidFill>
              <a:srgbClr val="7C4DFF">
                <a:alpha val="55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5760" y="2971800"/>
            <a:ext cx="4114800" cy="6400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30352" y="3154680"/>
            <a:ext cx="475488" cy="475488"/>
          </a:xfrm>
          <a:prstGeom prst="ellipse">
            <a:avLst/>
          </a:prstGeom>
          <a:solidFill>
            <a:srgbClr val="7C4DFF">
              <a:alpha val="70000"/>
            </a:srgbClr>
          </a:solidFill>
          <a:ln w="12700">
            <a:solidFill>
              <a:srgbClr val="7C4DFF">
                <a:alpha val="80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191256"/>
            <a:ext cx="393192" cy="3931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43000" y="30998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Spyware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30352" y="37216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Foydalanuvchini yashirin kuzatadi: tugmalar bosilishini, parollarni yozib oladi.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754880" y="2971800"/>
            <a:ext cx="4114800" cy="1719072"/>
          </a:xfrm>
          <a:prstGeom prst="rect">
            <a:avLst/>
          </a:prstGeom>
          <a:solidFill>
            <a:srgbClr val="1A1A35"/>
          </a:solidFill>
          <a:ln w="12700">
            <a:solidFill>
              <a:srgbClr val="FFD600">
                <a:alpha val="55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54880" y="2971800"/>
            <a:ext cx="411480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19472" y="3154680"/>
            <a:ext cx="475488" cy="475488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>
                <a:alpha val="80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191256"/>
            <a:ext cx="393192" cy="39319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32120" y="30998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Adware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919472" y="37216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Kompyuterga keraksiz reklama ko'rsatadi va brauzerni o'zgartiradi.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Viruslar Qanday Tarqaladi?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76656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502920" cy="502920"/>
          </a:xfrm>
          <a:prstGeom prst="ellipse">
            <a:avLst/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124712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06070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pochta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737360" y="1353312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Zararli fayl qo'shimcha (attachment) sifatida yuboriladi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1810512"/>
            <a:ext cx="8412480" cy="676656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901952"/>
            <a:ext cx="502920" cy="502920"/>
          </a:xfrm>
          <a:prstGeom prst="ellipse">
            <a:avLst/>
          </a:prstGeom>
          <a:solidFill>
            <a:srgbClr val="FF6D00">
              <a:alpha val="8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1929384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37360" y="18653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disk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737360" y="2157984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Zararlangan flesh-diskni ulash orqali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2615184"/>
            <a:ext cx="8412480" cy="676656"/>
          </a:xfrm>
          <a:prstGeom prst="rect">
            <a:avLst/>
          </a:prstGeom>
          <a:solidFill>
            <a:srgbClr val="1A1A35"/>
          </a:solidFill>
          <a:ln w="12700">
            <a:solidFill>
              <a:srgbClr val="7C4DFF">
                <a:alpha val="4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02920" y="2706624"/>
            <a:ext cx="502920" cy="502920"/>
          </a:xfrm>
          <a:prstGeom prst="ellipse">
            <a:avLst/>
          </a:prstGeom>
          <a:solidFill>
            <a:srgbClr val="7C4DFF">
              <a:alpha val="8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2920" y="2706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2734056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26700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sayt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737360" y="2962656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Ishonchsiz saytlardan fayl yuklab olish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5760" y="3419856"/>
            <a:ext cx="8412480" cy="676656"/>
          </a:xfrm>
          <a:prstGeom prst="rect">
            <a:avLst/>
          </a:prstGeom>
          <a:solidFill>
            <a:srgbClr val="1A1A35"/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02920" y="3511296"/>
            <a:ext cx="502920" cy="50292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02920" y="3511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" y="3538728"/>
            <a:ext cx="420624" cy="4206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737360" y="34747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737360" y="376732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orqali bir qurilmadan ikkinchisiga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65760" y="4224528"/>
            <a:ext cx="8412480" cy="676656"/>
          </a:xfrm>
          <a:prstGeom prst="rect">
            <a:avLst/>
          </a:prstGeom>
          <a:solidFill>
            <a:srgbClr val="1A1A35"/>
          </a:solidFill>
          <a:ln w="12700">
            <a:solidFill>
              <a:srgbClr val="FFD600">
                <a:alpha val="4000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02920" y="4315968"/>
            <a:ext cx="502920" cy="502920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02920" y="4315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432" y="4343400"/>
            <a:ext cx="420624" cy="42062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737360" y="4279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 tarmoq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737360" y="457200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Havola bosish orqali zararli sahifaga o'tish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Dasturlari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49808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2412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024128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— bu kompyuterni zararli dasturlardan himoya qiladigan maxsus dastur.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65760" y="1920240"/>
            <a:ext cx="1920240" cy="137160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5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51560" y="2029968"/>
            <a:ext cx="548640" cy="548640"/>
          </a:xfrm>
          <a:prstGeom prst="ellipse">
            <a:avLst/>
          </a:prstGeom>
          <a:solidFill>
            <a:srgbClr val="00C853">
              <a:alpha val="80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2029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1148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Aniqlash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29718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Zararli fayllarni viruslar bazasi bilan solishtiradi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68880" y="1920240"/>
            <a:ext cx="1920240" cy="137160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54680" y="2029968"/>
            <a:ext cx="548640" cy="548640"/>
          </a:xfrm>
          <a:prstGeom prst="ellipse">
            <a:avLst/>
          </a:prstGeom>
          <a:solidFill>
            <a:srgbClr val="00C853">
              <a:alpha val="80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54680" y="2029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51460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Bloklash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514600" y="29718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Xavfli fayl ishga tushishiga yo'l qo'ymaydi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0" y="1920240"/>
            <a:ext cx="1920240" cy="137160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5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57800" y="2029968"/>
            <a:ext cx="548640" cy="548640"/>
          </a:xfrm>
          <a:prstGeom prst="ellipse">
            <a:avLst/>
          </a:prstGeom>
          <a:solidFill>
            <a:srgbClr val="00C853">
              <a:alpha val="80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57800" y="2029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61772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Tozalash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617720" y="29718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Virusni fayldan olib tashlaydi yoki yo'q qiladi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675120" y="1920240"/>
            <a:ext cx="1920240" cy="137160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5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60920" y="2029968"/>
            <a:ext cx="548640" cy="548640"/>
          </a:xfrm>
          <a:prstGeom prst="ellipse">
            <a:avLst/>
          </a:prstGeom>
          <a:solidFill>
            <a:srgbClr val="00C853">
              <a:alpha val="80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60920" y="2029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72084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Karantin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720840" y="29718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Shubhali fayllarni alohida joyga o'tkazadi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Mashhur antivirus dasturlari: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65760" y="3931920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" y="3840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Kaspersky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200400" y="3931920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493008" y="3840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ESET NOD32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035040" y="3931920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27648" y="3840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Avast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65760" y="4434840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8368" y="4343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Defender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3200400" y="4434840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93008" y="4343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Dr.Web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035040" y="4434840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27648" y="4343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McAfee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 Xavfsizligi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822960"/>
            <a:ext cx="137160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4023360" cy="3017520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05840"/>
            <a:ext cx="4023360" cy="384048"/>
          </a:xfrm>
          <a:prstGeom prst="rect">
            <a:avLst/>
          </a:prstGeom>
          <a:solidFill>
            <a:srgbClr val="E53935">
              <a:alpha val="70000"/>
            </a:srgbClr>
          </a:solidFill>
          <a:ln w="12700">
            <a:solidFill>
              <a:srgbClr val="E53935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005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Zaif parollar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4813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123456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1920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qwerty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27980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32369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O'z ismi yoki tug'ilgan sanasi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3675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Qisqa (4-6 ta belgi)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54880" y="1005840"/>
            <a:ext cx="4023360" cy="301752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6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4880" y="1005840"/>
            <a:ext cx="4023360" cy="384048"/>
          </a:xfrm>
          <a:prstGeom prst="rect">
            <a:avLst/>
          </a:prstGeom>
          <a:solidFill>
            <a:srgbClr val="00C853">
              <a:alpha val="70000"/>
            </a:srgbClr>
          </a:solidFill>
          <a:ln w="12700">
            <a:solidFill>
              <a:srgbClr val="00C853">
                <a:alpha val="7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1005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Kuchli parollar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92040" y="1481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12+ ta belgi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92040" y="1920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Katta va kichik harflar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92040" y="23591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Raqamlar va @#$% belgilar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892040" y="27980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 bir sayt uchun alohida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892040" y="32369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Parol menejeridan foydalanish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892040" y="3675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2-bosqichli tasdiqlash (2FA)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65760" y="4187952"/>
            <a:ext cx="8412480" cy="594360"/>
          </a:xfrm>
          <a:prstGeom prst="rect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187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Misol: "P@rol1234" emas, balki "M@ktab#2024!Xvfs" kabi parol ishlating.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Bosqichli Tasdiqlash (2FA)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49808"/>
          </a:xfrm>
          <a:prstGeom prst="rect">
            <a:avLst/>
          </a:prstGeom>
          <a:solidFill>
            <a:srgbClr val="1A1A35"/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— foydalanuvchini ikki xil usul orqali tekshirish: parol + qo'shimcha tasdiqlash kodi.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2560320" cy="2286000"/>
          </a:xfrm>
          <a:prstGeom prst="rect">
            <a:avLst/>
          </a:prstGeom>
          <a:solidFill>
            <a:srgbClr val="1A1A35"/>
          </a:solidFill>
          <a:ln w="12700">
            <a:solidFill>
              <a:srgbClr val="00E5FF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057400"/>
            <a:ext cx="548640" cy="54864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2724912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337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Parol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7033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Odatdagi foydalanuvchi nomi va parolni kiritasiz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0" y="1938528"/>
            <a:ext cx="2560320" cy="228600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06240" y="2057400"/>
            <a:ext cx="548640" cy="548640"/>
          </a:xfrm>
          <a:prstGeom prst="ellipse">
            <a:avLst/>
          </a:prstGeom>
          <a:solidFill>
            <a:srgbClr val="00C853">
              <a:alpha val="80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062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2724912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3337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Tasdiqlash kodi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291840" y="37033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Telefoningizga SMS yoki ilova orqali bir martalik kod keladi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035040" y="1938528"/>
            <a:ext cx="2560320" cy="228600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40880" y="2057400"/>
            <a:ext cx="548640" cy="548640"/>
          </a:xfrm>
          <a:prstGeom prst="ellipse">
            <a:avLst/>
          </a:prstGeom>
          <a:solidFill>
            <a:srgbClr val="00C853">
              <a:alpha val="80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0408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2724912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26480" y="3337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 ruxsati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126480" y="37033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to'g'ri bo'lsa, hisobingizga kirishingiz mumkin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65760" y="4407408"/>
            <a:ext cx="8412480" cy="457200"/>
          </a:xfrm>
          <a:prstGeom prst="rect">
            <a:avLst/>
          </a:prstGeom>
          <a:solidFill>
            <a:srgbClr val="00C853">
              <a:alpha val="25000"/>
            </a:srgbClr>
          </a:solidFill>
          <a:ln w="12700">
            <a:solidFill>
              <a:srgbClr val="00C853">
                <a:alpha val="40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48640" y="44074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2FA yoqilganda, parolingiz o'g'irlansa ham, hisobingiz himoyalangan bo'ladi.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(Phishing) Hujumlari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31520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— bu soxta sahifalar yoki xabarlar orqali foydalanuvchini aldab, parol va shaxsiy ma'lumotlarni o'g'irlash.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Fishing belgilari: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3931920" cy="438912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59152"/>
            <a:ext cx="64008" cy="43891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957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Soxta bank yoki pochta xabarlari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89504"/>
            <a:ext cx="3931920" cy="438912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9504"/>
            <a:ext cx="64008" cy="43891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"Shoshilinch!" yoki qo'rqituvchi matn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19856"/>
            <a:ext cx="3931920" cy="438912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19856"/>
            <a:ext cx="64008" cy="43891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Noto'g'ri yozilgan URL manzillar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50208"/>
            <a:ext cx="3931920" cy="438912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950208"/>
            <a:ext cx="64008" cy="43891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867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Parolingizni so'rovchi havolalar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480560"/>
            <a:ext cx="3931920" cy="438912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480560"/>
            <a:ext cx="64008" cy="43891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171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Ishonchsiz jo'natuvchi manzili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920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Himoyalanish: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359152"/>
            <a:ext cx="3931920" cy="438912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359152"/>
            <a:ext cx="64008" cy="43891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3957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manzilni diqqat bilan tekshiring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889504"/>
            <a:ext cx="3931920" cy="438912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889504"/>
            <a:ext cx="64008" cy="43891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Havolani bosishdan avval o'ylang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419856"/>
            <a:ext cx="3931920" cy="438912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419856"/>
            <a:ext cx="64008" cy="43891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564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ma'lumot bermang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950208"/>
            <a:ext cx="3931920" cy="438912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950208"/>
            <a:ext cx="64008" cy="43891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9867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filtrini yoqing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4480560"/>
            <a:ext cx="3931920" cy="438912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4480560"/>
            <a:ext cx="64008" cy="43891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5171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dasturini yangilang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Ma'lumotlarni Himoyalash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82296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96012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ma'lumotlar — bu FIO, manzil, telefon, parol, bank kartasi va boshqa shaxsga oid ma'lumotlar.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828800"/>
            <a:ext cx="4114800" cy="822960"/>
          </a:xfrm>
          <a:prstGeom prst="rect">
            <a:avLst/>
          </a:prstGeom>
          <a:solidFill>
            <a:srgbClr val="1A1A35"/>
          </a:solidFill>
          <a:ln w="12700">
            <a:solidFill>
              <a:srgbClr val="7C4DFF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011680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920240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 tarmoqda shaxsiy ma'lumotlaringizni ommaga ko'rsatmang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54880" y="1828800"/>
            <a:ext cx="4114800" cy="822960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4000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011680"/>
            <a:ext cx="438912" cy="438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40680" y="1920240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Ommaviy Wi-Fi da bank operatsiyalari amalga oshirmang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65760" y="2816352"/>
            <a:ext cx="4114800" cy="822960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40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999232"/>
            <a:ext cx="438912" cy="4389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90779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raqamingizni noma'lum saytlarga kiritdmang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754880" y="2816352"/>
            <a:ext cx="4114800" cy="822960"/>
          </a:xfrm>
          <a:prstGeom prst="rect">
            <a:avLst/>
          </a:prstGeom>
          <a:solidFill>
            <a:srgbClr val="1A1A35"/>
          </a:solidFill>
          <a:ln w="12700">
            <a:solidFill>
              <a:srgbClr val="FFD600">
                <a:alpha val="4000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99232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40680" y="290779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hujjatlarni to'g'ri yo'q qiling (shredder)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365760" y="3803904"/>
            <a:ext cx="4114800" cy="82296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40000"/>
              </a:srgbClr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3986784"/>
            <a:ext cx="438912" cy="43891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51560" y="389534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Hisoblaringizda kuchli parol va 2FA yoqing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4754880" y="3803904"/>
            <a:ext cx="4114800" cy="822960"/>
          </a:xfrm>
          <a:prstGeom prst="rect">
            <a:avLst/>
          </a:prstGeom>
          <a:solidFill>
            <a:srgbClr val="1A1A35"/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3986784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440680" y="389534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 tarmoq maxfiylik sozlamalarini tekshiring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Internetda Xavfsiz Ishlash Qoidalari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560320" cy="169164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256032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3385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" y="149961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tekshiring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84708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 manzili https:// bilan boshlanishi shart. Qulf belgisini kuzating.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24128"/>
            <a:ext cx="2560320" cy="1691640"/>
          </a:xfrm>
          <a:prstGeom prst="rect">
            <a:avLst/>
          </a:prstGeom>
          <a:solidFill>
            <a:srgbClr val="1A1A35"/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24128"/>
            <a:ext cx="256032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13385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10128" y="149961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Dasturlarni yangilang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84708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 va dasturlarni muntazam yangilab turing.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024128"/>
            <a:ext cx="2560320" cy="1691640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24128"/>
            <a:ext cx="2560320" cy="640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13385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44768" y="149961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Yuklamalar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4768" y="184708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rasmiy manbalardan dastur yuklab oling.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2560320" cy="1691640"/>
          </a:xfrm>
          <a:prstGeom prst="rect">
            <a:avLst/>
          </a:prstGeom>
          <a:solidFill>
            <a:srgbClr val="1A1A35"/>
          </a:solidFill>
          <a:ln w="12700">
            <a:solidFill>
              <a:srgbClr val="7C4DFF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44368"/>
            <a:ext cx="2560320" cy="6400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05409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5488" y="341985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ishlating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376732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Ommaviy Wi-Fi da VPN yoqing — ma'lumotlaringiz shifrlanadi.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944368"/>
            <a:ext cx="2560320" cy="1691640"/>
          </a:xfrm>
          <a:prstGeom prst="rect">
            <a:avLst/>
          </a:prstGeom>
          <a:solidFill>
            <a:srgbClr val="1A1A35"/>
          </a:solidFill>
          <a:ln w="12700">
            <a:solidFill>
              <a:srgbClr val="FFD60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944368"/>
            <a:ext cx="256032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05409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10128" y="341985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va ruxsat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0128" y="376732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Saytlarga keraksiz ruxsat bermang (joylashuv, mikrofon).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2944368"/>
            <a:ext cx="2560320" cy="1691640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944368"/>
            <a:ext cx="2560320" cy="6400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305409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44768" y="341985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Noma'lum havolalar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44768" y="376732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pochtadagi yoki chatdagi shubhali havolani bosmang.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Kompyuterdan Xavfsiz Foydalanish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Nima qilish kerak: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23360" cy="566928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64008" cy="5669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Tizimni muntazam yangilab turing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023360" cy="566928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03120"/>
            <a:ext cx="64008" cy="5669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o'rnatib, faol qiling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023360" cy="566928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788920"/>
            <a:ext cx="64008" cy="5669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34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 fayllarning zaxira nusxasini saqlang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4023360" cy="566928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474720"/>
            <a:ext cx="64008" cy="5669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20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Tizimni ishlatib bo'lgach, log out qiling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160520"/>
            <a:ext cx="4023360" cy="566928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160520"/>
            <a:ext cx="64008" cy="5669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06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Ekranga parol o'rnating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987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Nima qilmaslik kerak: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417320"/>
            <a:ext cx="4023360" cy="566928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417320"/>
            <a:ext cx="64008" cy="56692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Noma'lum USB diskni ulashdan saqlaning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2103120"/>
            <a:ext cx="4023360" cy="566928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103120"/>
            <a:ext cx="64008" cy="56692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 dastur o'rnatmang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2788920"/>
            <a:ext cx="4023360" cy="566928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788920"/>
            <a:ext cx="64008" cy="56692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834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Boshqalar bilan parolingizni ulashmang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3474720"/>
            <a:ext cx="4023360" cy="566928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474720"/>
            <a:ext cx="64008" cy="56692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520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Ommaviy kompyuterda parolni yodlatmang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4160520"/>
            <a:ext cx="4023360" cy="566928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4160520"/>
            <a:ext cx="64008" cy="56692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4206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"Admin" parolini o'zgartirmay qoldirmang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Zaxirasi (Backup)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713232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bu muhim ma'lumotlarning nusxasini alohida joyda saqlash. Virus yoki nosozlik yuz berganda ma'lumotlar tiklanadi.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3-2-1 Zaxira qoidasi: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2560320" cy="1417320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487168"/>
            <a:ext cx="566928" cy="566928"/>
          </a:xfrm>
          <a:prstGeom prst="ellipse">
            <a:avLst/>
          </a:prstGeom>
          <a:solidFill>
            <a:srgbClr val="E53935">
              <a:alpha val="85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487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12724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Ma'lumotning 3 ta nusxasi bo'lsin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2359152"/>
            <a:ext cx="2560320" cy="1417320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2487168"/>
            <a:ext cx="566928" cy="566928"/>
          </a:xfrm>
          <a:prstGeom prst="ellipse">
            <a:avLst/>
          </a:prstGeom>
          <a:solidFill>
            <a:srgbClr val="FF6D00">
              <a:alpha val="85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487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312724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xil xotira vositasida saqlang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2359152"/>
            <a:ext cx="2560320" cy="141732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487168"/>
            <a:ext cx="566928" cy="566928"/>
          </a:xfrm>
          <a:prstGeom prst="ellipse">
            <a:avLst/>
          </a:prstGeom>
          <a:solidFill>
            <a:srgbClr val="00C853">
              <a:alpha val="85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487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26480" y="312724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 nusxa tashqi joyda (bulutda) saqlang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3913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Zaxira joylari: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315968"/>
            <a:ext cx="1920240" cy="640080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159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Tashqi qattiq disk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468880" y="4315968"/>
            <a:ext cx="1920240" cy="640080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43159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Google Drive / Yandex Disk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4315968"/>
            <a:ext cx="1920240" cy="640080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3159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📀  DVD / Flash disk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75120" y="4315968"/>
            <a:ext cx="1920240" cy="640080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43159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Boshqa kompyuter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E53935">
              <a:alpha val="12000"/>
            </a:srgbClr>
          </a:solidFill>
          <a:ln w="12700">
            <a:solidFill>
              <a:srgbClr val="E5393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7C4DFF">
              <a:alpha val="12000"/>
            </a:srgbClr>
          </a:solidFill>
          <a:ln w="12700">
            <a:solidFill>
              <a:srgbClr val="7C4DFF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828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417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2121408"/>
            <a:ext cx="2560320" cy="1115568"/>
          </a:xfrm>
          <a:prstGeom prst="rect">
            <a:avLst/>
          </a:prstGeom>
          <a:solidFill>
            <a:srgbClr val="1A1A35"/>
          </a:solidFill>
          <a:ln w="12700">
            <a:solidFill>
              <a:srgbClr val="E53935">
                <a:alpha val="5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3127248"/>
            <a:ext cx="2560320" cy="109728"/>
          </a:xfrm>
          <a:prstGeom prst="rect">
            <a:avLst/>
          </a:prstGeom>
          <a:solidFill>
            <a:srgbClr val="E53935">
              <a:alpha val="60000"/>
            </a:srgbClr>
          </a:solidFill>
          <a:ln w="12700">
            <a:solidFill>
              <a:srgbClr val="E53935">
                <a:alpha val="6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2128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asoslari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59689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Maxfiylik, yaxlitlik, mavjudlik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2121408"/>
            <a:ext cx="2560320" cy="1115568"/>
          </a:xfrm>
          <a:prstGeom prst="rect">
            <a:avLst/>
          </a:prstGeom>
          <a:solidFill>
            <a:srgbClr val="1A1A35"/>
          </a:solidFill>
          <a:ln w="12700">
            <a:solidFill>
              <a:srgbClr val="FF6D00">
                <a:alpha val="5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3127248"/>
            <a:ext cx="2560320" cy="109728"/>
          </a:xfrm>
          <a:prstGeom prst="rect">
            <a:avLst/>
          </a:prstGeom>
          <a:solidFill>
            <a:srgbClr val="FF6D00">
              <a:alpha val="60000"/>
            </a:srgbClr>
          </a:solidFill>
          <a:ln w="12700">
            <a:solidFill>
              <a:srgbClr val="FF6D00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22128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Tahdidlar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91840" y="259689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Virus, troyan, fishing, ransomware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2121408"/>
            <a:ext cx="2560320" cy="1115568"/>
          </a:xfrm>
          <a:prstGeom prst="rect">
            <a:avLst/>
          </a:prstGeom>
          <a:solidFill>
            <a:srgbClr val="1A1A35"/>
          </a:solidFill>
          <a:ln w="12700">
            <a:solidFill>
              <a:srgbClr val="00C853">
                <a:alpha val="5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3127248"/>
            <a:ext cx="2560320" cy="109728"/>
          </a:xfrm>
          <a:prstGeom prst="rect">
            <a:avLst/>
          </a:prstGeom>
          <a:solidFill>
            <a:srgbClr val="00C853">
              <a:alpha val="60000"/>
            </a:srgbClr>
          </a:solidFill>
          <a:ln w="12700">
            <a:solidFill>
              <a:srgbClr val="00C853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22128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26480" y="259689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O'rnat, yangilab tur, skan qil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3419856"/>
            <a:ext cx="2560320" cy="1115568"/>
          </a:xfrm>
          <a:prstGeom prst="rect">
            <a:avLst/>
          </a:prstGeom>
          <a:solidFill>
            <a:srgbClr val="1A1A35"/>
          </a:solidFill>
          <a:ln w="12700">
            <a:solidFill>
              <a:srgbClr val="00E5FF">
                <a:alpha val="55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4425696"/>
            <a:ext cx="2560320" cy="109728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5112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389534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Kuchli, noyob, 2FA yoq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00400" y="3419856"/>
            <a:ext cx="2560320" cy="1115568"/>
          </a:xfrm>
          <a:prstGeom prst="rect">
            <a:avLst/>
          </a:prstGeom>
          <a:solidFill>
            <a:srgbClr val="1A1A35"/>
          </a:solidFill>
          <a:ln w="12700">
            <a:solidFill>
              <a:srgbClr val="7C4DFF">
                <a:alpha val="55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00400" y="4425696"/>
            <a:ext cx="2560320" cy="109728"/>
          </a:xfrm>
          <a:prstGeom prst="rect">
            <a:avLst/>
          </a:prstGeom>
          <a:solidFill>
            <a:srgbClr val="7C4DFF">
              <a:alpha val="60000"/>
            </a:srgbClr>
          </a:solidFill>
          <a:ln w="12700">
            <a:solidFill>
              <a:srgbClr val="7C4DFF">
                <a:alpha val="6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91840" y="35112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ma'lumot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291840" y="389534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 kimga berma, himoya qil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035040" y="3419856"/>
            <a:ext cx="2560320" cy="1115568"/>
          </a:xfrm>
          <a:prstGeom prst="rect">
            <a:avLst/>
          </a:prstGeom>
          <a:solidFill>
            <a:srgbClr val="1A1A35"/>
          </a:solidFill>
          <a:ln w="12700">
            <a:solidFill>
              <a:srgbClr val="FFD600">
                <a:alpha val="5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35040" y="4425696"/>
            <a:ext cx="2560320" cy="109728"/>
          </a:xfrm>
          <a:prstGeom prst="rect">
            <a:avLst/>
          </a:prstGeom>
          <a:solidFill>
            <a:srgbClr val="FFD600">
              <a:alpha val="60000"/>
            </a:srgbClr>
          </a:solidFill>
          <a:ln w="12700">
            <a:solidFill>
              <a:srgbClr val="FFD600">
                <a:alpha val="6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26480" y="35112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126480" y="389534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3-2-1 qoidasini esda tut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14400" y="4773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 bo'ling! 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867</Words>
  <Application>Microsoft Office PowerPoint</Application>
  <PresentationFormat>Экран (16:9)</PresentationFormat>
  <Paragraphs>213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Axborot Xavfsizligi</dc:title>
  <dc:subject>PptxGenJS Presentation</dc:subject>
  <dc:creator>PptxGenJS</dc:creator>
  <cp:lastModifiedBy>Isakov Muxriddin</cp:lastModifiedBy>
  <cp:revision>2</cp:revision>
  <dcterms:created xsi:type="dcterms:W3CDTF">2026-05-23T03:16:30Z</dcterms:created>
  <dcterms:modified xsi:type="dcterms:W3CDTF">2026-05-23T03:20:01Z</dcterms:modified>
</cp:coreProperties>
</file>