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11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3200400" cy="3200400"/>
          </a:xfrm>
          <a:prstGeom prst="ellipse">
            <a:avLst/>
          </a:prstGeom>
          <a:solidFill>
            <a:srgbClr val="0076FF">
              <a:alpha val="20000"/>
            </a:srgbClr>
          </a:solidFill>
          <a:ln w="12700">
            <a:solidFill>
              <a:srgbClr val="0076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286000"/>
            <a:ext cx="54864" cy="10972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Tarmoqlari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7-mavzu: Asoslar, ishlash prinsiplari va internet xizmatlari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076FF">
              <a:alpha val="70000"/>
            </a:srgbClr>
          </a:solidFill>
          <a:ln w="12700">
            <a:solidFill>
              <a:srgbClr val="00C8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F"/>
                </a:solidFill>
              </a:rPr>
              <a:t>Informatika  |  8-sinf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Tarmog'i Nima?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560" y="1508760"/>
            <a:ext cx="1737360" cy="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1051560"/>
            <a:ext cx="1737360" cy="45720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508760"/>
            <a:ext cx="731520" cy="137160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051560"/>
            <a:ext cx="0" cy="182880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051560"/>
            <a:ext cx="640080" cy="182880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0" cy="137160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880360"/>
            <a:ext cx="1645920" cy="0"/>
          </a:xfrm>
          <a:prstGeom prst="line">
            <a:avLst/>
          </a:prstGeom>
          <a:noFill/>
          <a:ln w="1905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37160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91440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7160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74320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74320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868680"/>
            <a:ext cx="3931920" cy="2011680"/>
          </a:xfrm>
          <a:prstGeom prst="rect">
            <a:avLst/>
          </a:prstGeom>
          <a:solidFill>
            <a:srgbClr val="142A4A"/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1261872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yoki undan ortiq qurilma bir-biri bilan ulangan va ma'lumot almasha oladigan tizim.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0076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00400"/>
            <a:ext cx="393192" cy="39319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Qurilmalar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3959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Kompyuter, telefon, printer...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49040" y="3154680"/>
            <a:ext cx="502920" cy="502920"/>
          </a:xfrm>
          <a:prstGeom prst="ellipse">
            <a:avLst/>
          </a:prstGeom>
          <a:solidFill>
            <a:srgbClr val="0076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200400"/>
            <a:ext cx="393192" cy="3931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9184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200400" y="3959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Kabel, Wi-Fi, optik tolalar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583680" y="3154680"/>
            <a:ext cx="502920" cy="502920"/>
          </a:xfrm>
          <a:prstGeom prst="ellipse">
            <a:avLst/>
          </a:prstGeom>
          <a:solidFill>
            <a:srgbClr val="0076FF">
              <a:alpha val="70000"/>
            </a:srgbClr>
          </a:solidFill>
          <a:ln w="12700">
            <a:solidFill>
              <a:srgbClr val="00C8FF">
                <a:alpha val="7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00400"/>
            <a:ext cx="393192" cy="39319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2648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Almashish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035040" y="3959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Fayl, ma'lumot, resurslar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Turlari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42A4A"/>
          </a:solidFill>
          <a:ln w="12700">
            <a:solidFill>
              <a:srgbClr val="5E92F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15568"/>
          </a:xfrm>
          <a:prstGeom prst="rect">
            <a:avLst/>
          </a:prstGeom>
          <a:solidFill>
            <a:srgbClr val="5E92F3"/>
          </a:solidFill>
          <a:ln w="12700">
            <a:solidFill>
              <a:srgbClr val="5E9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24712"/>
            <a:ext cx="822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5E92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47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069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9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3624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tarmoq. Uy, ofis yoki maktab ichida qurilmalarni birlashtiradi.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2344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565C0">
              <a:alpha val="60000"/>
            </a:srgbClr>
          </a:solidFill>
          <a:ln w="12700">
            <a:solidFill>
              <a:srgbClr val="5E92F3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10–1000 metr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8412480" cy="1115568"/>
          </a:xfrm>
          <a:prstGeom prst="rect">
            <a:avLst/>
          </a:prstGeom>
          <a:solidFill>
            <a:srgbClr val="142A4A"/>
          </a:solidFill>
          <a:ln w="12700">
            <a:solidFill>
              <a:srgbClr val="57BB7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58568"/>
            <a:ext cx="64008" cy="1115568"/>
          </a:xfrm>
          <a:prstGeom prst="rect">
            <a:avLst/>
          </a:prstGeom>
          <a:solidFill>
            <a:srgbClr val="57BB70"/>
          </a:solidFill>
          <a:ln w="12700">
            <a:solidFill>
              <a:srgbClr val="57BB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23160"/>
            <a:ext cx="8229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57B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23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368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B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26609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miqyosidagi tarmoq. Bir shahar doirasida ishlaydi.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532888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B5E20">
              <a:alpha val="60000"/>
            </a:srgbClr>
          </a:solidFill>
          <a:ln w="12700">
            <a:solidFill>
              <a:srgbClr val="57BB7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328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 km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8412480" cy="1115568"/>
          </a:xfrm>
          <a:prstGeom prst="rect">
            <a:avLst/>
          </a:prstGeom>
          <a:solidFill>
            <a:srgbClr val="142A4A"/>
          </a:solidFill>
          <a:ln w="12700">
            <a:solidFill>
              <a:srgbClr val="A56FD8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57016"/>
            <a:ext cx="64008" cy="1115568"/>
          </a:xfrm>
          <a:prstGeom prst="rect">
            <a:avLst/>
          </a:prstGeom>
          <a:solidFill>
            <a:srgbClr val="A56FD8"/>
          </a:solidFill>
          <a:ln w="12700">
            <a:solidFill>
              <a:srgbClr val="A56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21608"/>
            <a:ext cx="822960" cy="365760"/>
          </a:xfrm>
          <a:prstGeom prst="rect">
            <a:avLst/>
          </a:prstGeom>
          <a:solidFill>
            <a:srgbClr val="4A148C"/>
          </a:solidFill>
          <a:ln w="12700">
            <a:solidFill>
              <a:srgbClr val="A56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216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36667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39593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hududli tarmoq. Mamlakatlar va qit'alarni bog'laydi. Internet – WAN ning eng kattasi.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831336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4A148C">
              <a:alpha val="60000"/>
            </a:srgbClr>
          </a:solidFill>
          <a:ln w="12700">
            <a:solidFill>
              <a:srgbClr val="A56FD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8313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Nima?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92024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milliard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dunyo bo'ylab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ulangan (2024)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206240" cy="192024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– bu dunyo bo'ylab millionlab kompyuterlar va qurilmalarni bog'lovchi global tarmoqlar tarmog'i.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560320" cy="146304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926080"/>
            <a:ext cx="2560320" cy="411480"/>
          </a:xfrm>
          <a:prstGeom prst="rect">
            <a:avLst/>
          </a:prstGeom>
          <a:solidFill>
            <a:srgbClr val="0076FF">
              <a:alpha val="80000"/>
            </a:srgbClr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 – internetning asosi yaratildi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560320" cy="1463040"/>
          </a:xfrm>
          <a:prstGeom prst="rect">
            <a:avLst/>
          </a:prstGeom>
          <a:solidFill>
            <a:srgbClr val="142A4A"/>
          </a:solidFill>
          <a:ln w="1270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926080"/>
            <a:ext cx="2560320" cy="41148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34015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uzatish protokoli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560320" cy="1463040"/>
          </a:xfrm>
          <a:prstGeom prst="rect">
            <a:avLst/>
          </a:prstGeom>
          <a:solidFill>
            <a:srgbClr val="142A4A"/>
          </a:solidFill>
          <a:ln w="12700">
            <a:solidFill>
              <a:srgbClr val="0A84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926080"/>
            <a:ext cx="2560320" cy="411480"/>
          </a:xfrm>
          <a:prstGeom prst="rect">
            <a:avLst/>
          </a:prstGeom>
          <a:solidFill>
            <a:srgbClr val="0A84FF">
              <a:alpha val="80000"/>
            </a:srgbClr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34015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Berners-Lee, 1991-yil ixtiro qildi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Ishlash Prinsipi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32004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60120"/>
            <a:ext cx="530352" cy="530352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286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Yuboruvchi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633472"/>
            <a:ext cx="14813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kichik paketlarga bo'ladi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56232" y="2011680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868680"/>
            <a:ext cx="1554480" cy="32004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96312" y="960120"/>
            <a:ext cx="530352" cy="530352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96312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62763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39112" y="2286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39112" y="2633472"/>
            <a:ext cx="14813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Paketlar eng yaxshi yo'l orqali yuboriladi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75304" y="2011680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12464" y="868680"/>
            <a:ext cx="1554480" cy="32004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15384" y="960120"/>
            <a:ext cx="530352" cy="530352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15384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627632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2286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758184" y="2633472"/>
            <a:ext cx="14813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protokoli orqali uzatiladi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94376" y="2011680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31536" y="868680"/>
            <a:ext cx="1554480" cy="32004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34456" y="960120"/>
            <a:ext cx="530352" cy="530352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34456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1627632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77256" y="2286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77256" y="2633472"/>
            <a:ext cx="14813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serverga yetib keladi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013448" y="2011680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50608" y="868680"/>
            <a:ext cx="1554480" cy="32004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653528" y="960120"/>
            <a:ext cx="530352" cy="530352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653528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1627632"/>
            <a:ext cx="548640" cy="5486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2286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qiluvchi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196328" y="2633472"/>
            <a:ext cx="14813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Paketlar qayta yig'ilib ko'rsatiladi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0F2447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TCP/IP – internet ishlashining asosiy protokoli. U ma'lumotlarni paketlarga bo'lib yuboradi va qayta yig'adi.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Xizmatlari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64008"/>
          </a:xfrm>
          <a:prstGeom prst="rect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78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162763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Veb-saytlar va veb-sahifalar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914400"/>
            <a:ext cx="256032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097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078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01568" y="162763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xabarlari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914400"/>
            <a:ext cx="25603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97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078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36208" y="162763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Yandex va boshqalar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2788920"/>
            <a:ext cx="2560320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718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2953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" y="350215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saqlash va hisoblash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91840" y="278892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838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91840" y="2788920"/>
            <a:ext cx="256032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9718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2953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01568" y="350215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ulanish texnologiyasi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26480" y="2788920"/>
            <a:ext cx="2560320" cy="1600200"/>
          </a:xfrm>
          <a:prstGeom prst="rect">
            <a:avLst/>
          </a:prstGeom>
          <a:solidFill>
            <a:srgbClr val="142A4A"/>
          </a:solidFill>
          <a:ln w="12700">
            <a:solidFill>
              <a:srgbClr val="006064">
                <a:alpha val="5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2788920"/>
            <a:ext cx="2560320" cy="6400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718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2953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236208" y="3502152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Saytlarni internet'ga joylashtirish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Axborot Resurslaridan Foydalanish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0" cy="82296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platformalari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Academy, Coursera, Ziyonet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572000" cy="82296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kutubxonalar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 Arxiv, E-kutubxona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572000" cy="82296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Yangiliklar portallari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kun.uz, gazeta.uz, bbc.com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572000" cy="82296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6400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Instagram, YouTube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914400"/>
            <a:ext cx="3657600" cy="3749040"/>
          </a:xfrm>
          <a:prstGeom prst="rect">
            <a:avLst/>
          </a:prstGeom>
          <a:solidFill>
            <a:srgbClr val="142A4A"/>
          </a:solidFill>
          <a:ln w="1270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foydalanish qoidalari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1508760"/>
            <a:ext cx="228600" cy="228600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manbalarga murojaat qiling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057400"/>
            <a:ext cx="228600" cy="228600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011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ma'lumotlaringizni himoya qiling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2606040"/>
            <a:ext cx="228600" cy="228600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560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Parollaringizni muntazam yangilang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154680"/>
            <a:ext cx="228600" cy="228600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108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Noma'lum havolalarni bosmang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3703320"/>
            <a:ext cx="228600" cy="228600"/>
          </a:xfrm>
          <a:prstGeom prst="ellipse">
            <a:avLst/>
          </a:prstGeom>
          <a:solidFill>
            <a:srgbClr val="0076FF"/>
          </a:solidFill>
          <a:ln w="12700">
            <a:solidFill>
              <a:srgbClr val="007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657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dasturidan foydalaning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76FF">
              <a:alpha val="18000"/>
            </a:srgbClr>
          </a:solidFill>
          <a:ln w="12700">
            <a:solidFill>
              <a:srgbClr val="0076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Qurilmalarni bir-biriga ulaydi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14884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LAN/MAN/WAN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Turli miqyosdagi tarmoq turlari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34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tarmoqlar tarmog'i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uzatish protokoli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84048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Xizmatlar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3364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WWW, E-mail, Bulut va boshqalar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560320" cy="1417320"/>
          </a:xfrm>
          <a:prstGeom prst="rect">
            <a:avLst/>
          </a:prstGeom>
          <a:solidFill>
            <a:srgbClr val="142A4A"/>
          </a:solidFill>
          <a:ln w="12700">
            <a:solidFill>
              <a:srgbClr val="0076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840480"/>
            <a:ext cx="2560320" cy="320040"/>
          </a:xfrm>
          <a:prstGeom prst="rect">
            <a:avLst/>
          </a:prstGeom>
          <a:solidFill>
            <a:srgbClr val="0076FF">
              <a:alpha val="35000"/>
            </a:srgbClr>
          </a:solidFill>
          <a:ln w="12700">
            <a:solidFill>
              <a:srgbClr val="0076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3364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xavfsizlik muhim!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 bormi? 🎓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354</Words>
  <Application>Microsoft Office PowerPoint</Application>
  <PresentationFormat>Экран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va Kompyuter Tarmoqlari Asoslari</dc:title>
  <dc:subject>PptxGenJS Presentation</dc:subject>
  <dc:creator>PptxGenJS</dc:creator>
  <cp:lastModifiedBy>Isakov Muxriddin</cp:lastModifiedBy>
  <cp:revision>1</cp:revision>
  <dcterms:created xsi:type="dcterms:W3CDTF">2026-05-23T03:05:23Z</dcterms:created>
  <dcterms:modified xsi:type="dcterms:W3CDTF">2026-05-23T03:09:41Z</dcterms:modified>
</cp:coreProperties>
</file>