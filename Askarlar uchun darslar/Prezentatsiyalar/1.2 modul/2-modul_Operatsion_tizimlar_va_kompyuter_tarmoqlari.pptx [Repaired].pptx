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567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Modulga kirish. Talabalar bilan modul maqsadi va tuzilishini muhokama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BIOS/UEFI — doimiy xotiradagi dastur. OT diskdan operativ xotiraga yuklanadi.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Nazorat savollariga qaytish va amaliy mashg'ulotlarni topshirish tartibini e'lon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4023360" cy="4023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926080"/>
            <a:ext cx="2560320" cy="25603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kern="0" spc="100" dirty="0">
                <a:solidFill>
                  <a:srgbClr val="8F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AXBOROT-KOMMUNIKATSIYA TEXNOLOGIYALARI VA HARBIY ALOQA INSTITUTI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tizimlar va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kompyuter tarmoqlari asoslari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«Kompyuter axborot texnologiyalari asoslari» o'quv qo'llanmasi asosida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 o'rganuvchilar uchun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Toshkent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HAQIDA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Modulning tuzilishi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1288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tushunchasi va vazifalari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34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21808" y="1234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turlari va xususiyatlari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20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61288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 va foydalanuvchi muhiti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202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1808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tizimi va resurslarni boshqarish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tarmoqlari: tushuncha va turlar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3977640" cy="54864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606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texnologiyalari va tarmoq xizmatlari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42900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5570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HAJMI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13048"/>
            <a:ext cx="7680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 nazariy mavzu + 4 ta amaliy mashg'ulot. Har bir mavzu oxirida 5 tadan nazorat savoli beriladi.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Tavsiya: kuniga 40–60 daqiqa mashg'ulot — modul 2 haftada to'liq o'zlashtiriladi.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yakunida siz nimalarni bilasiz?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12344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qanday yuklanishi va uning 6 ta asosiy funksiyasi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56232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1810512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macOS, Android va iOS tizimlarining farqlari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432304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3272" y="2386584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interfeys (GUI) va buyruqlar satri (CLI) bilan ishlash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008376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3272" y="2962656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tizimlari (NTFS, FAT32, exFAT, ext4) va disk boshqaruvi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" y="3538728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 turlari (PAN, LAN, MAN, WAN) va topologiyalari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41605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60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33272" y="411480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Mijoz–server modeli, IP manzillar va asosiy protokollar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05840"/>
            <a:ext cx="3108960" cy="3108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 tushunchasi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vazifalari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Kompyuterni boshqaruvchi asosiy dastur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Kompyuter yoqilganda nima sodir bo'ladi?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63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6152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/ UEFI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16152" y="1792224"/>
            <a:ext cx="1051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Doimiy xotiraga yozilgan boshlang'ich dastur ishga tushadi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280160"/>
            <a:ext cx="182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1463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Tekshiruv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4992" y="1792224"/>
            <a:ext cx="1051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Qurilmalar (protsessor, xotira, disk) sozligi tekshiriladi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1280160"/>
            <a:ext cx="182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00600" y="12801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463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13832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13832" y="1792224"/>
            <a:ext cx="1051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Diskdan operatsion tizim topiladi va operativ xotiraga ko'chiriladi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0" y="1280160"/>
            <a:ext cx="182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949440" y="12801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0608" y="1463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62672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62672" y="1792224"/>
            <a:ext cx="10515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interfeysi ochiladi, dasturlarni ishga tushirish mumkin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3520440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FDF4E7"/>
          </a:solidFill>
          <a:ln w="12700">
            <a:solidFill>
              <a:srgbClr val="F0D2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64845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QOLING!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904488"/>
            <a:ext cx="7680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— kompyuterda birinchi bo'lib yuklanadigan va boshqa barcha dasturlarning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ishlashini ta'minlaydigan asosiy tizim dasturi.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34027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 — apparat va dasturlar orasidagi ko'prik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9AA7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38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DASTURLAR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596896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968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255264"/>
            <a:ext cx="3200400" cy="548640"/>
          </a:xfrm>
          <a:prstGeom prst="roundRect">
            <a:avLst>
              <a:gd name="adj" fmla="val 10000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5526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APPARAT (HARDWARE)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so'rovlar operatsion tizim orqali o'tadi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77640" y="1353312"/>
            <a:ext cx="128016" cy="12801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2801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Himoyalangan xotira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51960" y="15270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dasturga alohida xotira ajratiladi — ular bir-biriga xalaqit bermaydi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77640" y="2066544"/>
            <a:ext cx="128016" cy="12801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993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Barqarorlik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51960" y="2240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dastur xato qilsa, butun tizim emas, faqat o'sha dastur to'xtaydi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2779776"/>
            <a:ext cx="128016" cy="12801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27066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Universallik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51960" y="29535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Dasturchi har bir qurilma uchun alohida kod yozmaydi — buni OT bajaradi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77640" y="3493008"/>
            <a:ext cx="128016" cy="128016"/>
          </a:xfrm>
          <a:prstGeom prst="ellipse">
            <a:avLst/>
          </a:prstGeom>
          <a:solidFill>
            <a:srgbClr val="2E9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34198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Huquqlar nazorati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51960" y="366674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foydalanuvchi tizim fayllarini o'zgartira olmaydi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tizimning 6 ta asosiy funksiyasi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63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6152" y="1463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Jarayonlarni boshqarish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16152" y="1792224"/>
            <a:ext cx="1691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Dasturlarni ishga tushirish, to'xtatish, protsessor vaqtini taqsimlash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1463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05072" y="1463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Xotirani boshqarish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05072" y="1792224"/>
            <a:ext cx="1691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dasturga operativ xotiradan joy ajratish va bo'shatish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2801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1928" y="14630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93992" y="14630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tizimini boshqarish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93992" y="1792224"/>
            <a:ext cx="1691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saqlash, o'qish, yozish va himoyalash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30632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16152" y="3063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Qurilmalarni boshqarish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16152" y="3392424"/>
            <a:ext cx="1691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Drayverlar orqali printer, disk, tarmoq kartasi bilan ishlash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93008" y="30632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05072" y="3063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interfeysi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005072" y="3392424"/>
            <a:ext cx="1691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Oynalar, menyular, buyruqlar satri orqali muloqot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81928" y="306324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93992" y="3063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93992" y="3392424"/>
            <a:ext cx="1691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Foydalanuvchilar, parollar va kirish huquqlarini nazorat qilish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10-jadval asosida: operatsion tizimning asosiy funksiyalari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Drayver va ko'p vazifalilik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6304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Drayver nima?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1792224"/>
            <a:ext cx="35753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tizimga muayyan qurilma bilan «gaplashish»ni o'rgatadigan maxsus dastur.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printer yoki qurilma ulanganda tizim uning drayverini o'rnatadi. Zamonaviy tizimlar ko'pchilik drayverlarni avtomatik topadi.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977640" cy="1783080"/>
          </a:xfrm>
          <a:prstGeom prst="roundRect">
            <a:avLst>
              <a:gd name="adj" fmla="val 4103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46304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vazifalilik (multitasking)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64608" y="1792224"/>
            <a:ext cx="35753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vaqtning o'zida musiqa tinglash, hujjat yozish va brauzerda qidirish imkoniyati.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Aslida protsessor vazifalar orasida shu qadar tez almashinadiki, ular bir vaqtda bajarilayotgandek tuyuladi.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741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NAZORAT SAVOLLARI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30168"/>
            <a:ext cx="7680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Kompyuter yoqilgandan keyin operatsion tizim qanday yuklanadi?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Nima uchun dasturlar apparatga bevosita emas, OT orqali murojaat qiladi?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Drayver nima va u qachon kerak bo'ladi?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05840"/>
            <a:ext cx="3108960" cy="3108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 turlari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ularning xususiyatlari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• Linux • macOS • Android • iOS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Windows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kompyuterlar uchun dunyodagi eng ommabop operatsion tizim.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EDF7F1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288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Afzalliklari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2157984"/>
            <a:ext cx="35753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Qulay grafik interfeys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Juda katta dasturlar tanlovi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Deyarli barcha qurilmalar bilan moslik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So'nggi versiyalarda (Windows 10, 11) xavfsizlik va yangilanishlarga katta e'tibor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3977640" cy="1965960"/>
          </a:xfrm>
          <a:prstGeom prst="roundRect">
            <a:avLst>
              <a:gd name="adj" fmla="val 3721"/>
            </a:avLst>
          </a:prstGeom>
          <a:solidFill>
            <a:srgbClr val="FBEEEE"/>
          </a:solidFill>
          <a:ln w="12700">
            <a:solidFill>
              <a:srgbClr val="E8C6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8288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Kamchiliklari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2157984"/>
            <a:ext cx="357530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Litsenziya pullik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Viruslar ko'proq aynan Windows uchun yoziladi — chunki foydalanuvchilar soni juda ko'p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7705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QO'LLANISH SOHASI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33088"/>
            <a:ext cx="7680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Ofis, uy, o'quv muassasalari, o'yinlar. O'rganish osonligi — oson.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— ochiq kodli tizimlar oilasi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173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Distributivlar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3575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turli distributivlar ko'rinishida tarqatiladi: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Ubuntu, Debian, Fedora va boshqalar. Ubuntu boshlang'ich foydalanuvchi uchun Windows'ga o'xshash qulay interfeysga ega.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4173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Afzalliklari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4608" y="1746504"/>
            <a:ext cx="35753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• Xavfsiz • Moslashuvchan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Zaif kompyuterlarda ham yaxshi ishlaydi.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52928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Dunyodagi serverlarning mutlaq ko'pchiligi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2852928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Superkompyuterlar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56432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yuqori unumdorlikdagi tizimlar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2852928"/>
            <a:ext cx="2606040" cy="749808"/>
          </a:xfrm>
          <a:prstGeom prst="roundRect">
            <a:avLst>
              <a:gd name="adj" fmla="val 7317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Davlat tizimlari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Ko'plab davlat axborot tizimlari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8138160" cy="640080"/>
          </a:xfrm>
          <a:prstGeom prst="roundRect">
            <a:avLst>
              <a:gd name="adj" fmla="val 8571"/>
            </a:avLst>
          </a:prstGeom>
          <a:solidFill>
            <a:srgbClr val="FDF4E7"/>
          </a:solidFill>
          <a:ln w="12700">
            <a:solidFill>
              <a:srgbClr val="F0D2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" y="376808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133088"/>
            <a:ext cx="7680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kodli (open source) dastur — kodi hammaga ochiq bo'lib, istalgan mutaxassis uni o'rganishi va yaxshilashi mumkin. Bu shaffoflik xavfsizlikni oshiradi.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macOS, Android va 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8132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81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011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kompyuterlarining operatsion tizimi. Dizayn, video va musiqa sohasi mutaxassislari orasida ommabop. Kompyuter bilan birga keladi.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93008" y="148132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481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2011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yadrosiga asoslangan tizim. Smartfonlar uchun dunyodagi eng ko'p tarqalgan operatsion tizim.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1928" y="148132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2E9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1481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2011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qurilmalarining tizimi. Yopiq kodli, ammo yuqori darajada himoyalangan.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FDF4E7"/>
          </a:solidFill>
          <a:ln w="12700">
            <a:solidFill>
              <a:srgbClr val="F0D2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2277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DIQQAT!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78808"/>
            <a:ext cx="76809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va iOS — mobil operatsion tizimlar. Ular ham xuddi Windows kabi xotira, jarayon va fayllarni boshqaradi.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tizimlarning taqqoslanishi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28163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5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(Ubuntu)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Narxi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Bepul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Kompyuter bilan birga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Yopiq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Ochiq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Yopiq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Dasturlar tanlovi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Juda katta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Katta (bepul)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O'rtacha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Viruslarga chidamlilik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O'rtacha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Yuqori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Yuqori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Qo'llanish sohasi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Ofis, uy, o'yinlar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Serverlar, dasturlash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Dizayn, media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O'rganish osonligi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O'rtacha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160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11-jadval. Operatsion tizimlarning taqqoslanishi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05840"/>
            <a:ext cx="3108960" cy="3108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Operatsion tizim interfeysi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foydalanuvchi muhiti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va CLI — kompyuter bilan muloqot vositalari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Interfeysning ikki asosiy turi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 — foydalanuvchi bilan kompyuter o'rtasidagi muloqot vositasi.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105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— Grafik interfeys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2139696"/>
            <a:ext cx="35753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Oynalar, tugmalar, belgilar va menyular orqali boshqarish.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Sichqoncha bilan ishlash uchun qulay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Zamonaviy tizimlarning asosiy interfeysi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Boshlang'ich foydalanuvchi uchun eng mos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627632"/>
            <a:ext cx="3977640" cy="2194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81051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— Buyruqlar satri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4608" y="2139696"/>
            <a:ext cx="357530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Buyruqlarni matn shaklida kiritish.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Windows: Command Prompt / PowerShell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Linux: Terminal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Mutaxassislar uchun tez va kuchli vosita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950208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782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208996"/>
            <a:ext cx="7680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misol:  Win + R  →  cmd  →  ipconfig  — kompyuterning IP manzilini ko'rsatadi.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 interfeysning asosiy elementlari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6245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 (Desktop)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1490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ish maydoni; yorliqlar va ochiq oynalar shu yerda joylashadi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6245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9472" y="1234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 (icon)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4904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Fayl, papka yoki dasturning kichik rasmli belgisi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3969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Yorliq (shortcut)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8952" y="22677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yoki faylga tez kirish havolasi — burchagida strelka bo'ladi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13969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 (window)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2677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dastur ishlaydigan to'rtburchak maydon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1693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" y="3044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Buyruqlar ro'yxati: asosiy menyu, kontekst menyu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1693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788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Muloqot oynasi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044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savol beradigan yoki sozlama so'raydigan kichik oyna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94176"/>
            <a:ext cx="109728" cy="1097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Vazifalar paneli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8952" y="3822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dasturlar, soat, til va tizim belgilari paneli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12-jadval. Grafik interfeys elementlari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Oynalar bilan ishlash va tizim sozlamalari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 boshqaruv tugmalari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1790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Kichraytirish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737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Oynani vazifalar paneliga tushiradi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08483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Kattalashtirish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23042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Oynani butun ekranga yoyadi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411480" cy="411480"/>
          </a:xfrm>
          <a:prstGeom prst="roundRect">
            <a:avLst>
              <a:gd name="adj" fmla="val 11111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6517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Yopish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28712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Dasturni yopadi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918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+ strelka — oynani ekranning yarmiga tezda joylashtiradi.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hujjat bilan parallel ishlashda juda qulay.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188720"/>
            <a:ext cx="3977640" cy="2606040"/>
          </a:xfrm>
          <a:prstGeom prst="roundRect">
            <a:avLst>
              <a:gd name="adj" fmla="val 2807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3716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sozlamalari (Settings)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1700784"/>
            <a:ext cx="357530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Personalizatsiya — ish stoli foni, ranglar, mavzular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Displey — ekran aniqligi, yorqinlik, matn o'lchami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 va mintaqa — klaviatura tillari, vaqt mintaqasi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Hisoblar — foydalanuvchi profillari va parollar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Yangilanishlar — tizim yangilanishlarini o'rnatish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913632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FDF4E7"/>
          </a:solidFill>
          <a:ln w="12700">
            <a:solidFill>
              <a:srgbClr val="F0D2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136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QOLING!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" y="4253839"/>
            <a:ext cx="7680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hisobi tizimni o'zgartira oladi, oddiy foydalanuvchi hisobi esa cheklangan huquqlarga ega — bu xavfsizlik uchun muhim.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05840"/>
            <a:ext cx="3108960" cy="3108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Fayl tizimi va tizim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resurslarini boshqarish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diskda qanday saqlanadi?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Fayl tizimi qanday ishlaydi?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tizimi — operatsion tizimning diskda ma'lumotlarni saqlash va topish usuli. Disk klasterlarga bo'linadi, fayl tizimi esa qaysi fayl qaysi bo'laklarda joylashganini maxsus jadvalda qayd etadi.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8138160" cy="2194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Fayl tizimi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Qayerda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Xususiyati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tizim: katta fayllar va kirish huquqlarini qo'llab-quvvatlaydi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Eski / universal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Barcha qurilmalar tushunadi, ammo 4 GB dan katta faylni saqlay olmaydi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exFAT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Fleshkalar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Fleshka va tashqi disklar uchun qulay, hajm cheklovi yo'q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tizimlarining standart fayl tizimi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094696"/>
            <a:ext cx="8138160" cy="594360"/>
          </a:xfrm>
          <a:prstGeom prst="roundRect">
            <a:avLst>
              <a:gd name="adj" fmla="val 9231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18284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AMALIY MASLAHAT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4491959"/>
            <a:ext cx="76809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Fleshkani formatlashda: barcha qurilmalarda ishlashi kerak bo'lsa — exFAT; faqat Windows uchun — NTFS.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Disklarni boshqarish va joy bo'shatish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3716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Windows'da disk belgilari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00784"/>
            <a:ext cx="3575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 —  tizim diski (OT va dasturlar)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va boshqalar — qo'shimcha disklar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Fleshka va tashqi qurilmalar ham o'z harfini oladi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va bo'sh joy: diskka o'ng tugma → Properties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77640" cy="164592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3716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Diskni toza saqlash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4608" y="1700784"/>
            <a:ext cx="3575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Cleanup — vaqtinchalik fayllarni tozalash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Savatni (Recycle Bin) muntazam bo'shatish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Keraksiz dasturlarni o'chirish (Settings → Apps)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fayllarni tashqi diskka yoki bulutga ko'chirish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272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Vazifalar dispetcheri  —  Ctrl + Shift + Esc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520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Qaysi dasturlar ishlayotgani va qancha resurs sarflayotgani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Protsessor, xotira, disk va tarmoq yuklamasi (foizlarda)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867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«Osilib qolgan» dasturni majburan yopish (End Task)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867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Avtomatik ishga tushadigan dasturlar ro'yxati (Startup)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05840"/>
            <a:ext cx="3108960" cy="3108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Kompyuter tarmoqlari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tushunchasi va turlari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 • Topologiya • Uzatish muhiti • IP manzillar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Qamrov bo'yicha tarmoq turlari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E9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Qamrovi: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necha metr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16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9992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va quloqchin orasidagi Bluetooth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87752" y="128016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12801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24912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24912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Qamrovi: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24912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Bino, ofis, sinf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24912" y="2816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24912" y="29992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sinfi tarmog'i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2584" y="128016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72584" y="12801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09744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Qamrovi: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9744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 miqyosi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9744" y="2816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9744" y="29992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Shahar provayder tarmog'i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57416" y="1280160"/>
            <a:ext cx="1920240" cy="2331720"/>
          </a:xfrm>
          <a:prstGeom prst="roundRect">
            <a:avLst>
              <a:gd name="adj" fmla="val 381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57416" y="12801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57416" y="1280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94576" y="1938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94576" y="2240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Qamrovi: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94576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Mamlakat, dunyo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94576" y="2816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94576" y="29992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3749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13-jadval. Qamrov bo'yicha tarmoq turlari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023360"/>
            <a:ext cx="8138160" cy="384048"/>
          </a:xfrm>
          <a:prstGeom prst="roundRect">
            <a:avLst>
              <a:gd name="adj" fmla="val 14286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415137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4219517"/>
            <a:ext cx="7680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— dunyodagi eng katta WAN tarmog'i: u milliardlab lokal tarmoqlarni birlashtiradi.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Tarmoq topologiyalari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Topologiya — tarmoqdagi kompyuterlarning o'zaro ulanish sxemasi.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DF7F1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Yulduz (star)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kompyuterlar markaziy qurilmaga (kommutatorga) ulanadi.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keng tarqalgan: bitta kabel uzilsa, faqat bitta kompyuter tarmoqdan chiqadi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BEEEE"/>
          </a:solidFill>
          <a:ln w="12700">
            <a:solidFill>
              <a:srgbClr val="E8C6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Shina (bus)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121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kompyuterlar bitta umumiy kabelga ulanadi.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Sodda, ammo kabel uzilsa butun tarmoq ishlamay qoladi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783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Halqa (ring)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2121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Kompyuterlar yopiq halqa hosil qilib ulanadi.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6364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halqa bo'ylab ketma-ket uzatiladi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9-rasm asosida: yulduz, shina va halqa topologiyalari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Ulanish turlari va IP manzillar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173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Simli ulanish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35753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kabeli, optik tola.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Barqarorroq va tezroq. Optik tolada ma'lumot yorug'lik signali ko'rinishida uzatiladi — eng tezkor usul, magistral tarmoqlarda qo'llaniladi.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4173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Simsiz ulanish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4608" y="1746504"/>
            <a:ext cx="357530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Bluetooth, mobil aloqa.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 erkinligini beradi, kabel talab qilmaydi. Tezlik va barqarorlik masofaga va to'siqlarga bog'liq.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8138160" cy="1554480"/>
          </a:xfrm>
          <a:prstGeom prst="roundRect">
            <a:avLst>
              <a:gd name="adj" fmla="val 4706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99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manzil — tarmoqdagi har bir qurilmaning aniqlagichi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manzil to'rtta sondan iborat, har bir son 0 dan 255 gacha: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639312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2E9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39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74920" y="32918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Lokal tarmoqlarda 192.168.x.x ko'rinishidagi ichki manzillar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Internetga chiqishda router umumiy tashqi manzildan foydalanadi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Manzillar yetishmasligi tufayli yangi IPv6 standarti joriy etilmoqda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buyruqlar: ipconfig va ping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35608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3560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ipconfig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31720" y="143560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Kompyuterning IP manzilini ko'rsatadi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+ R → cmd → ipconfig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«IPv4 Address» qatorida manzilingiz ko'rinadi.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«Default Gateway» — router manzili.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944368"/>
            <a:ext cx="1508760" cy="411480"/>
          </a:xfrm>
          <a:prstGeom prst="roundRect">
            <a:avLst>
              <a:gd name="adj" fmla="val 11111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94436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29443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 kompyuter yoki sayt bilan aloqa borligini tekshiradi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3429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8.8.8.8 — internet aloqasini tekshiradi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gov.uz — DNS ishlayotganini bildiradi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8138160" cy="457200"/>
          </a:xfrm>
          <a:prstGeom prst="roundRect">
            <a:avLst>
              <a:gd name="adj" fmla="val 12000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59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159393"/>
            <a:ext cx="7680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uzilganda tekshirish tartibi: kabel/Wi-Fi → router → ping → boshqa qurilma.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05840"/>
            <a:ext cx="3108960" cy="3108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17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texnologiyalari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tarmoq xizmatlari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Mijoz–server modeli • Protokollar • Qidiruv tizimlari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qanday ishlaydi? Mijoz–server modeli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(client)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so'rovchi qurilma: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kompyuteringiz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D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yoki telefoningiz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536192"/>
            <a:ext cx="1417320" cy="365760"/>
          </a:xfrm>
          <a:prstGeom prst="rightArrow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536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2212848"/>
            <a:ext cx="1417320" cy="365760"/>
          </a:xfrm>
          <a:prstGeom prst="leftArrow">
            <a:avLst/>
          </a:prstGeom>
          <a:solidFill>
            <a:srgbClr val="2E9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2128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javob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37160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1720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 ko'rsatuvchi quvvatli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kompyuter: saytlar, pochta,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C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 shu yerda saqlanadi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87768" y="1554480"/>
            <a:ext cx="1152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Provayder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87768" y="1883664"/>
            <a:ext cx="1152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xizmatini yetkazib beruvchi kompaniya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Internetga ulanish usullari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33756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34290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Optik tola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" y="36758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tezkor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87752" y="333756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4290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97480" y="36758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liniyasi orqali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72584" y="333756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34290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internet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82312" y="36758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/ 5G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57416" y="333756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34290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Sun'iy yo'ldosh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67144" y="367588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Chekka hududlar uchun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tarmoq protokollari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 — tarmoqda ma'lumot almashish qoidalari to'plami.</a:t>
            </a: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8138160" cy="28163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Protokol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Vazifasi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TCP/IP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Internetning asosiy protokoli — ma'lumotlarni paketlarga bo'lib, manzilga yetkazadi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HTTPS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sahifalarni uzatish (HTTPS — shifrlangan, xavfsiz variant)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Fayllarni serverga yuklash va yuklab olish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Elektron xatlarni jo'natish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POP3 / IMAP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Elektron xatlarni qabul qilish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6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Domen nomlarini IP manzillarga aylantirish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114580" y="1294690"/>
            <a:ext cx="2526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14-jadval. Asosiy tarmoq protokollari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43525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Saytga kirganda manzil satrida HTTPS va qulf belgisi borligiga e'tibor bering — bu ma'lumotlaringiz shifrlanayotganini bildiradi.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Qidiruv tizimlari va axborot savodxonligi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173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tizimi qanday ishlaydi?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46504"/>
            <a:ext cx="35753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Yandex, Bing kabi tizimlar maxsus dasturlar («o'rgimchaklar») yordamida saytlarni doimiy skanerlab, ulkan indeks tuzadi.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So'rov kiritilganda tizim indeksdan eng mos sahifalarni tanlab, ahamiyati bo'yicha tartiblab ko'rsatadi.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977640" cy="1691640"/>
          </a:xfrm>
          <a:prstGeom prst="roundRect">
            <a:avLst>
              <a:gd name="adj" fmla="val 4324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4173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Samarali qidirish maslahatlari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64608" y="1746504"/>
            <a:ext cx="35753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Aniq kalit so'zlardan foydalaning: «kompyuter» emas, «kompyuter xotira turlari»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Aynan shu iborani qidirish uchun qo'shtirnoq ishlating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Bir nechta manbani taqqoslang</a:t>
            </a:r>
            <a:endParaRPr lang="en-US" sz="11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Rasmiy saytlarga (davlat, universitet) ustunlik bering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08960"/>
            <a:ext cx="8138160" cy="1280160"/>
          </a:xfrm>
          <a:prstGeom prst="roundRect">
            <a:avLst>
              <a:gd name="adj" fmla="val 4286"/>
            </a:avLst>
          </a:prstGeom>
          <a:solidFill>
            <a:srgbClr val="FDF4E7"/>
          </a:solidFill>
          <a:ln w="12700">
            <a:solidFill>
              <a:srgbClr val="F0D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3697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QOLING! — AXBOROT SAVODXONLIGI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493008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Internetdagi har qanday ma'lumot ham to'g'ri emas! Ma'lumotning ishonchliligini baholang: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Manba kim?      2) Ma'lumot qachon e'lon qilingan?      3) Boshqa ishonchli manbalar buni tasdiqlaydimi?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mashg'ulotlar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41732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6152" y="1417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 interfeysida ishlash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16152" y="1746504"/>
            <a:ext cx="3063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 stoli foni, yorliq yaratish, Win+strelka, Vazifalar dispetcheri, ipconfig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4608" y="141732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76672" y="1417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va papkalarni boshqarish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6672" y="1746504"/>
            <a:ext cx="3063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xususiyatlari, papkalar tizimi, nusxalash, zip arxiv, Savatdan tiklash, *.txt qidiruv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283464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16152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Tarmoqqa ulanish va sozlash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16152" y="3163824"/>
            <a:ext cx="3063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ulanish, Network &amp; Internet, ipconfig, ping 8.8.8.8, ping gov.uz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F7FAFC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4608" y="2834640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76672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xizmatlaridan foydalanish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76672" y="3163824"/>
            <a:ext cx="3063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5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xat, ilova biriktirish, Reply/Forward, bulutga yuklash, havola ulashish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114800"/>
            <a:ext cx="8138160" cy="365760"/>
          </a:xfrm>
          <a:prstGeom prst="roundRect">
            <a:avLst>
              <a:gd name="adj" fmla="val 15000"/>
            </a:avLst>
          </a:prstGeom>
          <a:solidFill>
            <a:srgbClr val="E9F2F7"/>
          </a:solidFill>
          <a:ln w="12700">
            <a:solidFill>
              <a:srgbClr val="C3DC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4281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323483"/>
            <a:ext cx="7680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mashg'ulot oxirida amaliy topshiriq bajariladi va natijalar daftarga qayd etiladi.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7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bo'yicha asosiy xulosalar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EE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1887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Operatsion tizim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14600" y="118872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Apparat va dasturlar orasidagi ko'prik. 6 ta asosiy funksiya: jarayon, xotira, fayl, qurilma, interfeys, xavfsizlik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64792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EE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76479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turlari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1764792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— ommabop va qulay; Linux — bepul va xavfsiz; macOS, Android, iOS — o'z sohalarida yetakchi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340864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EE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34086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Interfeys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2340864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— kundalik ish uchun; CLI — tez va kuchli vosita mutaxassislar uchun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16936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EE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91693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tizimi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14600" y="2916936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NTFS, FAT32, exFAT, ext4. Task Manager orqali resurslarni kuzatish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EE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4930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Tarmoqlar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14600" y="3493008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LAN, MAN, WAN. Yulduz topologiyasi eng ishonchli. IP manzil har bir qurilmani aniqlaydi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1874520" cy="475488"/>
          </a:xfrm>
          <a:prstGeom prst="roundRect">
            <a:avLst>
              <a:gd name="adj" fmla="val 9615"/>
            </a:avLst>
          </a:prstGeom>
          <a:solidFill>
            <a:srgbClr val="EEF3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40690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14600" y="4069080"/>
            <a:ext cx="6126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Mijoz–server modeli, TCP/IP, HTTP/HTTPS, DNS. Axborot savodxonligi — muhim ko'nikma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36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2-modul • Operatsion tizimlar va kompyuter tarmoqlari asoslari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92440" y="47365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7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108960"/>
            <a:ext cx="3291840" cy="32918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108960" cy="3108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7373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E'TIBORINGIZ UCHUN RAHMAT!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modul: 3-modul — Internet texnologiyalari va web muhit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926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Savollar va muhokama uchun vaqt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2626</Words>
  <Application>Microsoft Office PowerPoint</Application>
  <PresentationFormat>Экран (16:9)</PresentationFormat>
  <Paragraphs>553</Paragraphs>
  <Slides>32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2-modul. Operatsion tizimlar va kompyuter tarmoqlari asoslari</dc:title>
  <dc:subject>PptxGenJS Presentation</dc:subject>
  <dc:creator>AKT va Harbiy aloqa instituti</dc:creator>
  <cp:lastModifiedBy>Isakov Muxriddin</cp:lastModifiedBy>
  <cp:revision>3</cp:revision>
  <dcterms:created xsi:type="dcterms:W3CDTF">2026-07-21T08:00:22Z</dcterms:created>
  <dcterms:modified xsi:type="dcterms:W3CDTF">2026-07-21T09:38:07Z</dcterms:modified>
</cp:coreProperties>
</file>