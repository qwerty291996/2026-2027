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213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657600" cy="3657600"/>
          </a:xfrm>
          <a:prstGeom prst="ellipse">
            <a:avLst/>
          </a:prstGeom>
          <a:solidFill>
            <a:srgbClr val="2E2850">
              <a:alpha val="60000"/>
            </a:srgbClr>
          </a:solidFill>
          <a:ln w="12700">
            <a:solidFill>
              <a:srgbClr val="2E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91840"/>
            <a:ext cx="2743200" cy="27432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18288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92EA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0" y="2304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&lt;li&gt;Tartibsiz ro'yxat&lt;/li&gt;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27797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7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&lt;li&gt;Ichma-ich...&lt;/li&gt;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32552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92EA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7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Oddiy Ro'yxatlar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ul, ol, dl — turlari, ichma-ich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strukturalar va amaliy misollar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2E2850"/>
          </a:solidFill>
          <a:ln w="6350">
            <a:solidFill>
              <a:srgbClr val="5A4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416052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2E2850"/>
          </a:solidFill>
          <a:ln w="6350">
            <a:solidFill>
              <a:srgbClr val="5A4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416052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2E2850"/>
          </a:solidFill>
          <a:ln w="6350">
            <a:solidFill>
              <a:srgbClr val="5A4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4160520"/>
            <a:ext cx="1234440" cy="384048"/>
          </a:xfrm>
          <a:prstGeom prst="roundRect">
            <a:avLst>
              <a:gd name="adj" fmla="val 47619"/>
            </a:avLst>
          </a:prstGeom>
          <a:solidFill>
            <a:srgbClr val="2E2850"/>
          </a:solidFill>
          <a:ln w="6350">
            <a:solidFill>
              <a:srgbClr val="5A4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1605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da ro'yxat turlari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DD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633472" cy="3886200"/>
          </a:xfrm>
          <a:prstGeom prst="roundRect">
            <a:avLst>
              <a:gd name="adj" fmla="val 3472"/>
            </a:avLst>
          </a:prstGeom>
          <a:solidFill>
            <a:srgbClr val="F0EEFF"/>
          </a:solidFill>
          <a:ln w="6350">
            <a:solidFill>
              <a:srgbClr val="A090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914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6F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Tartibsiz ro'yxat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23042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 tartib muhim bo'lmagan holatda. Har bir element nuqta (bullet) bilan belgilanadi.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788920"/>
            <a:ext cx="230428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A09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Ko'rinishi: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 err="1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Banan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73552" y="822960"/>
            <a:ext cx="2633472" cy="3886200"/>
          </a:xfrm>
          <a:prstGeom prst="roundRect">
            <a:avLst>
              <a:gd name="adj" fmla="val 3472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38144" y="914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38144" y="13533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Tartibli ro'yxat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38144" y="1719072"/>
            <a:ext cx="23042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 tartib muhim bo'lgan holatda. Har bir element raqam bilan belgilanadi.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38144" y="2788920"/>
            <a:ext cx="230428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Ko'rinishi: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312724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Birinchi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Ikkinchi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Uchinchi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822960"/>
            <a:ext cx="2633472" cy="3886200"/>
          </a:xfrm>
          <a:prstGeom prst="roundRect">
            <a:avLst>
              <a:gd name="adj" fmla="val 3472"/>
            </a:avLst>
          </a:prstGeom>
          <a:solidFill>
            <a:srgbClr val="FFF4F4"/>
          </a:solidFill>
          <a:ln w="635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914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4496" y="13533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 ro'yxati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1719072"/>
            <a:ext cx="23042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va uning ta'rifi juftligi. dt — atama, dd — ta'rif (izoh) sifatida ishlatiladi.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4496" y="2788920"/>
            <a:ext cx="230428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Ko'rinishi: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312724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Veb-sahifalar tili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Uslublar tili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Tartibsiz ro'yxat — &lt;ul&gt;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DD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37856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
  &lt;li&gt;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Olma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&lt;li&gt;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&lt;li&gt;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Nok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&lt;li&gt;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Uzum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&lt;/ul&gt;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0EEFF"/>
          </a:solidFill>
          <a:ln w="6350">
            <a:solidFill>
              <a:srgbClr val="A090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ko'rinishi: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4336" y="1316736"/>
            <a:ext cx="91440" cy="91440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2435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74336" y="1682496"/>
            <a:ext cx="91440" cy="91440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609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74336" y="2048256"/>
            <a:ext cx="91440" cy="91440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9751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74336" y="2414016"/>
            <a:ext cx="91440" cy="91440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340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090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atributi — nuqta ko'rinishi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920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DD8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87552" y="3566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9319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 doira (standart)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474720"/>
            <a:ext cx="1920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DD8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9748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090672" y="3566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9319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doira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474720"/>
            <a:ext cx="1920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DD8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93792" y="3566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9319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Kvadrat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474720"/>
            <a:ext cx="192024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6350">
            <a:solidFill>
              <a:srgbClr val="DDD8F8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96912" y="3566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9319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Belgisiz (CSS bilan)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Tartibli ro'yxat — &lt;ol&gt;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DD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23976"/>
            <a:ext cx="37856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Oddiy tartibli ro'yxat --&gt;
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
  &lt;li&gt;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Xamirni tayyorlang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&lt;li&gt;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Pechka 180° qizdiring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&lt;li&gt;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daqiqa pishiring</a:t>
            </a:r>
            <a:r>
              <a:rPr lang="en-US" sz="12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&lt;/ol&gt;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ko'rinishi: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8032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C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Xamirni tayyorlang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C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Pechka 180° qizdiring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C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20299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daqiqa pishiring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atributlari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3090672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31089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—  Raqam (standart)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86200" y="3090672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31089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Katta harf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090672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1089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Kichik harf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66760" y="3090672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310896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—  Rim raqami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45920" y="365760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36758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start="5"  —  Boshlanish raqami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86200" y="3657600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95928" y="367588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start="10"  —  10 dan boshlaydi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0" y="4224528"/>
            <a:ext cx="2057400" cy="347472"/>
          </a:xfrm>
          <a:prstGeom prst="roundRect">
            <a:avLst>
              <a:gd name="adj" fmla="val 15789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55648" y="424281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 —  Teskari tartib (5, 4, 3...)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Ta'rif ro'yxati — &lt;dl&gt;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3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754880" cy="2788920"/>
          </a:xfrm>
          <a:prstGeom prst="roundRect">
            <a:avLst>
              <a:gd name="adj" fmla="val 3279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442569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
  &lt;dt&gt;</a:t>
            </a: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&lt;/dt&gt;
  &lt;dd&gt;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Veb-sahifalar yaratish tili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&lt;/dd&gt;
  &lt;dt&gt;</a:t>
            </a: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&lt;/dt&gt;
  &lt;dd&gt;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Sahifaga ko'rinish beruvchi til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&lt;/dd&gt;
  &lt;dt&gt;</a:t>
            </a:r>
            <a:r>
              <a:rPr lang="en-US" sz="13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&lt;/dt&gt;
  &lt;dd&gt;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Sahifani interaktiv qiluvchi til</a:t>
            </a:r>
            <a:r>
              <a:rPr lang="en-US" sz="13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&lt;/dd&gt;
&lt;/dl&gt;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841248"/>
            <a:ext cx="3291840" cy="841248"/>
          </a:xfrm>
          <a:prstGeom prst="roundRect">
            <a:avLst>
              <a:gd name="adj" fmla="val 10870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59552" y="8869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8869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59552" y="121615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Ta'riflar ro'yxatining konteyneri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94960" y="1801368"/>
            <a:ext cx="3291840" cy="841248"/>
          </a:xfrm>
          <a:prstGeom prst="roundRect">
            <a:avLst>
              <a:gd name="adj" fmla="val 10870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59552" y="18470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&lt;dt&gt;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1847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59552" y="217627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(term) — qalin ko'rsatiladi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2761488"/>
            <a:ext cx="3291840" cy="841248"/>
          </a:xfrm>
          <a:prstGeom prst="roundRect">
            <a:avLst>
              <a:gd name="adj" fmla="val 10870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9552" y="28072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&lt;dd&gt;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28072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Details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59552" y="313639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Ta'rif — chap tomonga siljigan holda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C2A1C"/>
          </a:solidFill>
          <a:ln w="6350">
            <a:solidFill>
              <a:srgbClr val="34C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86200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&lt;dl&gt; lug'atlar, FAQ bo'limlari va glossariy yaratishda juda qulay.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3708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A1C2A"/>
          </a:solidFill>
          <a:ln w="6350">
            <a:solidFill>
              <a:srgbClr val="C79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62272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Bir &lt;dt&gt; ga bir nechta &lt;dd&gt; yozish mumkin — masalan, so'zning bir nechta ma'nosi.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Ichma-ich (nested) ro'yxatlar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DD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32688"/>
            <a:ext cx="37856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
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Mevalar
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
    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Olma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  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  &lt;/ul&gt;
  &lt;/li&gt;
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Sabzavotlar
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
    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Sabzi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    &lt;li&gt;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Bodring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
    &lt;/ul&gt;
  &lt;/li&gt;
&lt;/ul&gt;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0EEFF"/>
          </a:solidFill>
          <a:ln w="6350">
            <a:solidFill>
              <a:srgbClr val="A090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ko'rinishi: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74336" y="1371600"/>
            <a:ext cx="109728" cy="109728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29844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Mevalar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13248" y="1755648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6F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66420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13248" y="2084832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6F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9933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4336" y="2487168"/>
            <a:ext cx="109728" cy="109728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4140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Sabzavotlar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13248" y="287121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6F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7797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Sabzi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13248" y="3200400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6F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1089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Bodring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6227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4F4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553712"/>
            <a:ext cx="790041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Ichma-ich ro'yxatda yangi &lt;ul&gt; yoki &lt;ol&gt; har doim &lt;li&gt; ichida joylashishi kerak!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bilan ro'yxatni stillash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3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069080" cy="3474720"/>
          </a:xfrm>
          <a:prstGeom prst="roundRect">
            <a:avLst>
              <a:gd name="adj" fmla="val 3158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 ko'rinishi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{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 none;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a {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#fff;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none;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841248"/>
            <a:ext cx="4069080" cy="3474720"/>
          </a:xfrm>
          <a:prstGeom prst="roundRect">
            <a:avLst>
              <a:gd name="adj" fmla="val 3158"/>
            </a:avLst>
          </a:prstGeom>
          <a:solidFill>
            <a:srgbClr val="13131F"/>
          </a:solidFill>
          <a:ln w="6350">
            <a:solidFill>
              <a:srgbClr val="2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9611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belgi (emoji)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26187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{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list-style: none;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padding-left: 0;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li::before {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"✅ ";</a:t>
            </a:r>
            <a:endParaRPr lang="en-US" sz="12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864" y="4434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list-style-type  —  Belgi turini o'zgartiradi (disc, circle, none...)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4434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list-style-image  —  Belgini rasmga almashtiradi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list-style-position  —  Belgi ichkarida yoki tashqarisida joylashadi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4754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::marker  —  Belgining rang va o'lchamini nazorat qiladi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misollar — qayerda ishlatiladi?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DD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0EEFF"/>
          </a:solidFill>
          <a:ln w="6350">
            <a:solidFill>
              <a:srgbClr val="A090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950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  Navigatsiya menyusi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3441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+ CSS flex bilan gorizontal yoki vertikal menyu yaratiladi.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&lt;nav&gt;&lt;ul&gt;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&lt;li&gt;&lt;a href="/"&gt;Bosh&lt;/a&gt;&lt;/li&gt;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&lt;/ul&gt;&lt;/nav&gt;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E6FFF5"/>
          </a:solidFill>
          <a:ln w="6350">
            <a:solidFill>
              <a:srgbClr val="34C48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9509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Qo'llanma/instruksiya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3441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Bosqichma-bosqich ko'rsatmalar uchun &lt;ol&gt; tartib muhim ekanini bildiradi.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011680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&lt;li&gt;Yuklab oling&lt;/li&gt;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&lt;li&gt;O'rnating&lt;/li&gt;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4F4"/>
          </a:solidFill>
          <a:ln w="6350">
            <a:solidFill>
              <a:srgbClr val="FF6B6B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072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Lug'at / Glossariy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4655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va ta'riflar juftligi uchun &lt;dl&gt; eng mos semantik tanlov.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4133088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&lt;dt&gt;API&lt;/dt&gt;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&lt;dd&gt;Dasturlar interfeysi&lt;/dd&gt;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&lt;/dl&gt;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962656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8E6"/>
          </a:solidFill>
          <a:ln w="635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65192" y="3072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Tekshiruv ro'yxati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4655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::before bilan maxsus belgi qo'shib, chiroyli checklist yaratish mumkin.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4133088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{ list-style: none;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3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li::before { content: '✅ '; 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02336" cy="402336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0116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 qo'llanma — Cheat 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8229600" cy="0"/>
          </a:xfrm>
          <a:prstGeom prst="line">
            <a:avLst/>
          </a:prstGeom>
          <a:noFill/>
          <a:ln w="10160">
            <a:solidFill>
              <a:srgbClr val="3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2651760" cy="4005072"/>
          </a:xfrm>
          <a:prstGeom prst="roundRect">
            <a:avLst>
              <a:gd name="adj" fmla="val 3448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1440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" y="1371600"/>
            <a:ext cx="2322576" cy="0"/>
          </a:xfrm>
          <a:prstGeom prst="line">
            <a:avLst/>
          </a:prstGeom>
          <a:noFill/>
          <a:ln w="7620">
            <a:solidFill>
              <a:srgbClr val="3A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6304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... &lt;/ul&gt;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938528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&lt;li&gt;element&lt;/li&gt;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414016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disc | circle | square | none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889504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CSS: list-style-type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364992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CSS: list-style-image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84048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Ishlatish: tartib muhim emas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841248"/>
            <a:ext cx="2651760" cy="4005072"/>
          </a:xfrm>
          <a:prstGeom prst="roundRect">
            <a:avLst>
              <a:gd name="adj" fmla="val 3448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91440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456432" y="1371600"/>
            <a:ext cx="2322576" cy="0"/>
          </a:xfrm>
          <a:prstGeom prst="line">
            <a:avLst/>
          </a:prstGeom>
          <a:noFill/>
          <a:ln w="7620">
            <a:solidFill>
              <a:srgbClr val="3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46304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 ... &lt;/ol&gt;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1938528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&lt;li&gt;element&lt;/li&gt;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2414016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1 | A | a | I | 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2889504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start="N" — boshlanish raqami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3364992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 — teskari tartib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56432" y="384048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Ishlatish: tartib muhim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841248"/>
            <a:ext cx="2651760" cy="4005072"/>
          </a:xfrm>
          <a:prstGeom prst="roundRect">
            <a:avLst>
              <a:gd name="adj" fmla="val 3448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91440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91072" y="1371600"/>
            <a:ext cx="2322576" cy="0"/>
          </a:xfrm>
          <a:prstGeom prst="line">
            <a:avLst/>
          </a:prstGeom>
          <a:noFill/>
          <a:ln w="762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146304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&lt;dl&gt; ... &lt;/dl&gt;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1938528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&lt;dt&gt;atama&lt;/dt&gt;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2414016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&lt;dd&gt;ta'rif&lt;/dd&gt;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1072" y="2889504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 dt ga ko'p dd mumkin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3364992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CSS: display:flex imkoni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91072" y="3840480"/>
            <a:ext cx="2322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Ishlatish: atama-ta'rif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657600" cy="3657600"/>
          </a:xfrm>
          <a:prstGeom prst="ellipse">
            <a:avLst/>
          </a:prstGeom>
          <a:solidFill>
            <a:srgbClr val="2E2850">
              <a:alpha val="55000"/>
            </a:srgbClr>
          </a:solidFill>
          <a:ln w="12700">
            <a:solidFill>
              <a:srgbClr val="2E2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mavzularimiz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ro'yxat turlari: ul, ol, dl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81328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22392" y="14630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— tartibsiz ro'yxat, type atributi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3055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2677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— tartibli ro'yxat, start, reversed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213055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286000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22392" y="22677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&lt;dl&gt; — atama va ta'rif juftligi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9067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0723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Ichma-ich (nested) ro'yxatlar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93522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09067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392" y="30723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bilan stillash, ::marker, ::before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953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8770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Menyu, instruksiya, glossariy misollari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73989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252538"/>
          </a:solidFill>
          <a:ln w="6350">
            <a:solidFill>
              <a:srgbClr val="3A3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95344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38770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tez qo'llanma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736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Ro'yxatlarni amaliyotda ishlatib ko'ring!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1091</Words>
  <Application>Microsoft Office PowerPoint</Application>
  <PresentationFormat>Экран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da Oddiy Ro'yxatlar Yaratish</dc:title>
  <dc:subject>PptxGenJS Presentation</dc:subject>
  <dc:creator>PptxGenJS</dc:creator>
  <cp:lastModifiedBy>Isakov Muxriddin</cp:lastModifiedBy>
  <cp:revision>9</cp:revision>
  <dcterms:created xsi:type="dcterms:W3CDTF">2026-06-10T08:02:10Z</dcterms:created>
  <dcterms:modified xsi:type="dcterms:W3CDTF">2026-06-15T09:37:18Z</dcterms:modified>
</cp:coreProperties>
</file>