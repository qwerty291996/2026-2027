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TEXNOLOGIYALAR  ·  7-MAVZU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FORMALAR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12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ma'lumotlarini kiritish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daraja uchun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kod — natijasi bilan yonma-yon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&lt;form&gt;, &lt;input&gt;, &lt;textarea&gt; va boshqalar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234440"/>
            <a:ext cx="4023360" cy="43891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52360" y="1234440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417320"/>
            <a:ext cx="4023360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Shape 7"/>
          <p:cNvSpPr/>
          <p:nvPr/>
        </p:nvSpPr>
        <p:spPr>
          <a:xfrm>
            <a:off x="7598664" y="13533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7744968" y="135331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7891272" y="13533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110728" y="1298448"/>
            <a:ext cx="315468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298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harbiy-institut.uz/kirish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Tizimga kirish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2240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2478024"/>
            <a:ext cx="3383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2478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kadet_2026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191256"/>
            <a:ext cx="3383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3191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●●●●●●●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37398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8684" y="369417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10144" y="36987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 eslab qol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0" y="4123944"/>
            <a:ext cx="338328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1239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5806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Bunday oynalarning barchasi — HTML forma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REJASI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 nimalarni o'rganamiz?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nima?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Formalar qayerda va nima uchun ishlatiladi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&lt;form&gt; tegi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Formaning asosi: action va method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4173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49056" y="2350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&lt;input&gt; turlari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password, email, radio, checkbox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4681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 va &lt;select&gt;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matn maydoni va tanlov ro'yxati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1688" y="37490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36008" y="4681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Tugmalar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36008" y="5074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va reset — yuborish va tozalash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74736" y="37490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9056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49056" y="4681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misol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9056" y="5074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ro'yxatdan o'tish formasi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1-QISM · TUSHUNCHA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nima va qayerda uchraydi?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— foydalanuvchidan ma'lumot qabul qiluvchi sahifa qismi. Siz internetda har kuni formalarni to'ldirasiz: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Qidiruv paneli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468880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51760"/>
            <a:ext cx="3063240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" y="25877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" y="258775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6152" y="25877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5608" y="2532888"/>
            <a:ext cx="219456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25328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15468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ob-havo Toshkent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3154680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154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maydon + tugma — bu ham forma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90288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 oynasi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90288" y="24688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2468880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0288" y="2651760"/>
            <a:ext cx="3063240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6592" y="25877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4882896" y="258775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25877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Shape 26"/>
          <p:cNvSpPr/>
          <p:nvPr/>
        </p:nvSpPr>
        <p:spPr>
          <a:xfrm>
            <a:off x="5248656" y="2532888"/>
            <a:ext cx="219456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0096" y="25328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telegram.org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0328" y="3035808"/>
            <a:ext cx="242316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0056" y="3035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90 ••• •• ••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10328" y="3493008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493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 etish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 parol kiritish — forma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74736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03336" y="2011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Ro'yxatdan o'tish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403336" y="246888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03336" y="2468880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03336" y="2651760"/>
            <a:ext cx="3063240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8549640" y="25877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1" name="Shape 39"/>
          <p:cNvSpPr/>
          <p:nvPr/>
        </p:nvSpPr>
        <p:spPr>
          <a:xfrm>
            <a:off x="8695944" y="258775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2" name="Shape 40"/>
          <p:cNvSpPr/>
          <p:nvPr/>
        </p:nvSpPr>
        <p:spPr>
          <a:xfrm>
            <a:off x="8842248" y="25877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3" name="Shape 41"/>
          <p:cNvSpPr/>
          <p:nvPr/>
        </p:nvSpPr>
        <p:spPr>
          <a:xfrm>
            <a:off x="9061704" y="2532888"/>
            <a:ext cx="2194560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53144" y="253288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kun.uz/register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23376" y="297180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33104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familiya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723376" y="331927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33104" y="3319272"/>
            <a:ext cx="2240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23376" y="3675888"/>
            <a:ext cx="242316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23376" y="3675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Yuborish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03336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nechta maydonli anketa — forma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Xulosa: foydalanuvchi ma'lumot kiritadigan HAR QANDAY joy — forma orqali yasaladi.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2-QISM · 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&lt;form&gt; tegi — formaning idishi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"qabul.php"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&lt;!-- forma elementlari shu yerga --&gt;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&lt;!-- yoziladi --&gt;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ma'lumot qaysi manzilga yuborilishini ko'rsatadi.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yuborish usuli: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yoki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2212848"/>
            <a:ext cx="4690872" cy="155448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12700">
            <a:solidFill>
              <a:srgbClr val="B9C4D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629400" y="2212848"/>
            <a:ext cx="46908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forma hech narsa ko'rsatmaydi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ichiga elementlar qo'shilgandagina ko'rinadi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</a:t>
            </a:r>
            <a:pPr indent="0" marL="0"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— xuddi konvert: ichiga maydonlar solinadi, tugma bosilganda hammasi birga yuboriladi.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3-QISM · KIRITISH MAYDONLARI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&lt;input type="text"&gt; — matn maydoni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Ismingiz: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"Ismingizni yozing"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Shahringiz: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"Toshkent"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maydon ustidagi nom.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kulrang namuna matn.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tayyor yozilgan qiymat.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167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Ismingiz: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423160"/>
            <a:ext cx="469087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42316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Ismingizni yozing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2990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Shahringiz: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3246120"/>
            <a:ext cx="469087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324612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3813048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kulrang, yozish boshlanishi bilan yo'qoladi; value — haqiqiy qiymat, qora rangda turadi.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3-QISM · KIRITISH MAYDONLARI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 password — maxsus maydonlar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"siz@mail.uz"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Parol: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brauzer @ belgisi borligini o'zi tekshiradi.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yozilgan har bir belgi nuqta bo'lib ko'rinadi.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167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423160"/>
            <a:ext cx="469087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42316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siz@mail.uz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2990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3246120"/>
            <a:ext cx="469087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324612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●●●●●●●●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3813048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 maydonida foydalanuvchi "salom123" deb yozsa ham, ekranda faqat ●●● ko'rinadi — yonidagi odam o'qiy olmaydi.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3-QISM · KIRITISH MAYDONLARI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va checkbox — tanlov elementlari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radio: faqat BITTASI tanlanadi --&gt;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"jins"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Erkak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"jins"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Ayol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checkbox: BIR NECHTASI belgilanadi --&gt;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533095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9400" y="2121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Jinsingiz: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244144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1988" y="248259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958584" y="24003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83880" y="2441448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24003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2898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tillarni bilasiz?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3218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7124" y="31729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58584" y="31775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3218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0164" y="31729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21624" y="31775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555480" y="3218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93224" y="31775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29400" y="3721608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— dumaloq, bittasini tanlash.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— kvadrat, xohlagancha belgilash.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</a:t>
            </a:r>
            <a:pPr indent="0" marL="0"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tugmalar bir guruh bo'lishi uchun ularga BIR XIL name beriladi — shunda faqat bittasi tanlanadi.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KATTA MATN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 — ko'p qatorli matn maydoni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Izohingiz: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placeholder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"Fikringizni yozing..."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bir qator uchun (ism, email).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uzun matn uchun (izoh, xabar, murojaat).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maydon balandligi (qatorlar soni).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139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Izohingiz: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395728"/>
            <a:ext cx="469087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395728"/>
            <a:ext cx="4507992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Fikringizni yozing...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37490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burchagidan tortib kattalashtirilishi ham mumkin.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</a:t>
            </a:r>
            <a:pPr indent="0" marL="0"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juft tegli: &lt;textarea&gt;...&lt;/textarea&gt;. Teglar orasiga yozilgan matn maydon ichida tayyor turadi.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4-QISM · TANLOV RO'YXATI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&lt;select&gt; — ochiladigan ro'yxat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Shaharni tanlang: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Toshkent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Samarqand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Buxoro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ro'yxatning tashqi idishi.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ro'yxatdagi har bir tanlov bandi.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121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Shaharni tanlang: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377440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377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flipV="1">
            <a:off x="8732520" y="2505456"/>
            <a:ext cx="128016" cy="91440"/>
          </a:xfrm>
          <a:prstGeom prst="triangle">
            <a:avLst/>
          </a:prstGeom>
          <a:solidFill>
            <a:srgbClr val="5561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2743200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0C9D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56832" y="2779776"/>
            <a:ext cx="2322576" cy="292608"/>
          </a:xfrm>
          <a:prstGeom prst="rect">
            <a:avLst/>
          </a:prstGeom>
          <a:solidFill>
            <a:srgbClr val="E3F0F5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27797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57416" y="3072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57416" y="3364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Buxoro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235440" y="2807208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Bosilganda ro'yxat ochiladi va bitta shahar tanlanadi.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</a:t>
            </a:r>
            <a:pPr indent="0" marL="0"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joyni tejaydi: 12 ta viloyatni radio bilan berish o'rniga bitta ixcham ro'yxat qilingani ma'qul.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5-QISM · TUGMALAR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va reset — yuborish va tozalash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0078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0078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0078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ma'lumotni yuboradi --&gt;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"Yuborish"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7A82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maydonlarni tozalaydi --&gt;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"reset"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"Tozalash"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formadagi barcha ma'lumotni action manziliga yuboradi.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barcha maydonlarni boshlang'ich holatga qaytaradi.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tugma ustidagi yozuvni belgilaydi.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298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(BRAUZERDA)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3095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72768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55648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7728" y="1636776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1636776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localhost/forma.html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1214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Ismingiz: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377440"/>
            <a:ext cx="469087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377440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Olimjon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2898648"/>
            <a:ext cx="2011680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898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Yuborish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23960" y="2898648"/>
            <a:ext cx="20116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2898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340156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"Tozalash" bosilsa — "Olimjon" o'chadi, maydon bo'shaydi.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</a:t>
            </a:r>
            <a:pPr indent="0" marL="0"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tugmasi bosilgandagina ma'lumot yuboriladi — shu paytgacha hammasi faqat brauzerda turadi.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6-QISM · AMALIY MISOL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Hammasi birgalikda: ro'yxatdan o'tish formasi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282C34"/>
          </a:solidFill>
          <a:ln w="12700">
            <a:solidFill>
              <a:srgbClr val="1B1F26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9961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49961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9961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19072"/>
            <a:ext cx="4983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"royxat.php"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Ism: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"ism"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"pochta"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"jins"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Erkak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"jins"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Ayol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"izoh"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"Yuborish"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3095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71600"/>
            <a:ext cx="5330952" cy="329184"/>
          </a:xfrm>
          <a:prstGeom prst="roundRect">
            <a:avLst>
              <a:gd name="adj" fmla="val 22222"/>
            </a:avLst>
          </a:prstGeom>
          <a:solidFill>
            <a:srgbClr val="EEF1F5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5330952" cy="14630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5664" y="14904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01968" y="14904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48272" y="14904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67728" y="1435608"/>
            <a:ext cx="446227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1435608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harbiy-institut.uz/royxat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121408"/>
            <a:ext cx="469087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2121408"/>
            <a:ext cx="450799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Olimjon Karimov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2542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788920"/>
            <a:ext cx="469087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2788920"/>
            <a:ext cx="450799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olim@mail.uz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327355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0548" y="33147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67144" y="32324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3273552"/>
            <a:ext cx="155448" cy="1554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32324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3639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3886200"/>
            <a:ext cx="46908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C0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886200"/>
            <a:ext cx="4507992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Kursga yozilmoqchiman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29400" y="4846320"/>
            <a:ext cx="4690872" cy="329184"/>
          </a:xfrm>
          <a:prstGeom prst="roundRect">
            <a:avLst>
              <a:gd name="adj" fmla="val 19444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84632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Yuborish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651052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element — bitta tayyor forma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7-QISM · ESLAB QOLING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Formalarning 4 muhim atributi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Elementning nomi. Server ma'lumotni shu nom orqali taniydi — usiz qiymat yuborilmaydi.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9008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282C3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00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name="ism"&gt;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7648" y="141732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01968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01968" y="20391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Elementning qiymati: maydonda tayyor turgan matn yoki tugma ustidagi yozuv.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01968" y="299008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282C34"/>
          </a:solidFill>
          <a:ln/>
        </p:spPr>
      </p:sp>
      <p:sp>
        <p:nvSpPr>
          <p:cNvPr id="13" name="Text 11"/>
          <p:cNvSpPr/>
          <p:nvPr/>
        </p:nvSpPr>
        <p:spPr>
          <a:xfrm>
            <a:off x="6739128" y="29900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value="Toshkent"&gt;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0799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Kulrang namuna matn. Foydalanuvchi yozishni boshlashi bilan yo'qoladi.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45896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282C3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458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placeholder="Ism yozing"&gt;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7648" y="38862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1968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1968" y="450799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Maydonni majburiy qiladi — bo'sh qoldirilsa, brauzer formani yubormaydi.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01968" y="545896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282C34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5458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required&gt;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Bugun o'rgandik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 </a:t>
            </a:r>
            <a:pPr indent="0" marL="0">
              <a:buNone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barcha elementlarni o'rab turuvchi idish (action, method)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3500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  </a:t>
            </a:r>
            <a:pPr indent="0" marL="0">
              <a:buNone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text, email, password, radio, checkbox, submit turlari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09981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  </a:t>
            </a:r>
            <a:pPr indent="0" marL="0">
              <a:buNone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ko'p qatorli matn; &lt;select&gt; — ochiladigan ro'yxat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84962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Atributlar  </a:t>
            </a:r>
            <a:pPr indent="0" marL="0">
              <a:buNone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name, value, placeholder, required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52360" y="128016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2B3568"/>
          </a:solidFill>
          <a:ln w="12700">
            <a:solidFill>
              <a:srgbClr val="3C4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TOPSHIRIQ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"Ro'yxatdan o'tish" formasi yarating: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251460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 — text, required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email turi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 — password turi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Jins — 2 ta radio (bir xil name)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Fanlar — 3 ta checkbox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 — textarea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Yuborish — submit tugmasi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0" y="5212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faylni brauzerda ochib tekshiring!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mavzu: CSS bilan formalarni bezash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2026-07-18T05:04:12Z</dcterms:created>
  <dcterms:modified xsi:type="dcterms:W3CDTF">2026-07-18T05:04:12Z</dcterms:modified>
</cp:coreProperties>
</file>